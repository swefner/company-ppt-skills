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notesMasterIdLst>
    <p:notesMasterId r:id="rId22"/>
  </p:notesMasterIdLst>
  <p:handoutMasterIdLst>
    <p:handoutMasterId r:id="rId23"/>
  </p:handoutMasterIdLst>
  <p:sldIdLst>
    <p:sldId id="16770092" r:id="rId3"/>
    <p:sldId id="16770828" r:id="rId4"/>
    <p:sldId id="16770629" r:id="rId5"/>
    <p:sldId id="16770631" r:id="rId6"/>
    <p:sldId id="16770630" r:id="rId7"/>
    <p:sldId id="16770723" r:id="rId8"/>
    <p:sldId id="16770563" r:id="rId9"/>
    <p:sldId id="16770549" r:id="rId10"/>
    <p:sldId id="16769513" r:id="rId11"/>
    <p:sldId id="13861" r:id="rId12"/>
    <p:sldId id="13882" r:id="rId13"/>
    <p:sldId id="16770552" r:id="rId14"/>
    <p:sldId id="16770551" r:id="rId15"/>
    <p:sldId id="13883" r:id="rId16"/>
    <p:sldId id="13900" r:id="rId17"/>
    <p:sldId id="16769563" r:id="rId18"/>
    <p:sldId id="16770550" r:id="rId19"/>
    <p:sldId id="16770570" r:id="rId20"/>
    <p:sldId id="16770659" r:id="rId2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36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BFBF"/>
    <a:srgbClr val="D81D06"/>
    <a:srgbClr val="000000"/>
    <a:srgbClr val="FFFFFF"/>
    <a:srgbClr val="FFA7AF"/>
    <a:srgbClr val="D75655"/>
    <a:srgbClr val="FAEAEA"/>
    <a:srgbClr val="E4392A"/>
    <a:srgbClr val="ED949B"/>
    <a:srgbClr val="8E5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92517" autoAdjust="0"/>
  </p:normalViewPr>
  <p:slideViewPr>
    <p:cSldViewPr snapToGrid="0" showGuides="1">
      <p:cViewPr varScale="1">
        <p:scale>
          <a:sx n="118" d="100"/>
          <a:sy n="118" d="100"/>
        </p:scale>
        <p:origin x="680" y="200"/>
      </p:cViewPr>
      <p:guideLst>
        <p:guide orient="horz" pos="2178"/>
        <p:guide pos="3667"/>
      </p:guideLst>
    </p:cSldViewPr>
  </p:slideViewPr>
  <p:outlineViewPr>
    <p:cViewPr>
      <p:scale>
        <a:sx n="33" d="100"/>
        <a:sy n="33" d="100"/>
      </p:scale>
      <p:origin x="0" y="-303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101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微信图片_202506091814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5115" y="290195"/>
            <a:ext cx="1162685" cy="8274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703" y="309681"/>
            <a:ext cx="947400" cy="725668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19405" y="266223"/>
            <a:ext cx="10515600" cy="5614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  <p:sp>
        <p:nvSpPr>
          <p:cNvPr id="11" name="标题 2"/>
          <p:cNvSpPr>
            <a:spLocks noGrp="1"/>
          </p:cNvSpPr>
          <p:nvPr>
            <p:ph type="title"/>
          </p:nvPr>
        </p:nvSpPr>
        <p:spPr>
          <a:xfrm>
            <a:off x="319405" y="266223"/>
            <a:ext cx="10515600" cy="561467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703" y="309681"/>
            <a:ext cx="947400" cy="72566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319405" y="266223"/>
            <a:ext cx="10515600" cy="5614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  <p:pic>
        <p:nvPicPr>
          <p:cNvPr id="2" name="图片 1" descr="微信图片_202506091814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13745" y="224155"/>
            <a:ext cx="1066800" cy="7588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8CB122-2A59-4933-9BAC-14EB95C6DD60}" type="datetime11">
              <a:rPr lang="zh-CN" altLang="en-US" smtClean="0"/>
              <a:t>17:41:28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EEA63B-D198-4419-8DEB-D3DDD174A9C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  <p:pic>
        <p:nvPicPr>
          <p:cNvPr id="2" name="图片 1" descr="微信图片_202506091814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13745" y="224155"/>
            <a:ext cx="1066800" cy="7588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0" y="6138696"/>
            <a:ext cx="12192000" cy="907200"/>
          </a:xfrm>
          <a:prstGeom prst="rect">
            <a:avLst/>
          </a:prstGeom>
        </p:spPr>
      </p:pic>
      <p:pic>
        <p:nvPicPr>
          <p:cNvPr id="2" name="图片 1" descr="微信图片_2025060918141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913745" y="224155"/>
            <a:ext cx="1066800" cy="7588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黑体" panose="0201060906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8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0" y="6138696"/>
            <a:ext cx="12209402" cy="90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黑体" panose="0201060906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8" r="34678" b="33831"/>
          <a:stretch>
            <a:fillRect/>
          </a:stretch>
        </p:blipFill>
        <p:spPr>
          <a:xfrm>
            <a:off x="-1" y="0"/>
            <a:ext cx="12192001" cy="7345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48869" y="2610761"/>
            <a:ext cx="83710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6600" b="1" dirty="0">
                <a:solidFill>
                  <a:srgbClr val="FFC000"/>
                </a:solidFill>
              </a:rPr>
              <a:t>家装渠道</a:t>
            </a:r>
            <a:endParaRPr kumimoji="1" lang="en-US" altLang="zh-CN" sz="6600" b="1" dirty="0">
              <a:solidFill>
                <a:srgbClr val="FFC000"/>
              </a:solidFill>
            </a:endParaRPr>
          </a:p>
          <a:p>
            <a:r>
              <a:rPr kumimoji="1" lang="zh-CN" altLang="en-US" sz="6600" b="1" dirty="0">
                <a:solidFill>
                  <a:srgbClr val="FFC000"/>
                </a:solidFill>
              </a:rPr>
              <a:t>关键战役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/>
          <p:nvPr/>
        </p:nvSpPr>
        <p:spPr>
          <a:xfrm>
            <a:off x="2859437" y="1103947"/>
            <a:ext cx="6473127" cy="486689"/>
          </a:xfrm>
          <a:custGeom>
            <a:avLst/>
            <a:gdLst>
              <a:gd name="connsiteX0" fmla="*/ 6700291 w 6700290"/>
              <a:gd name="connsiteY0" fmla="*/ 897704 h 1795408"/>
              <a:gd name="connsiteX1" fmla="*/ 3350146 w 6700290"/>
              <a:gd name="connsiteY1" fmla="*/ 1795409 h 1795408"/>
              <a:gd name="connsiteX2" fmla="*/ 0 w 6700290"/>
              <a:gd name="connsiteY2" fmla="*/ 897704 h 1795408"/>
              <a:gd name="connsiteX3" fmla="*/ 3350146 w 6700290"/>
              <a:gd name="connsiteY3" fmla="*/ 0 h 1795408"/>
              <a:gd name="connsiteX4" fmla="*/ 6700291 w 6700290"/>
              <a:gd name="connsiteY4" fmla="*/ 897704 h 179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0290" h="1795408">
                <a:moveTo>
                  <a:pt x="6700291" y="897704"/>
                </a:moveTo>
                <a:cubicBezTo>
                  <a:pt x="6700291" y="1393493"/>
                  <a:pt x="5200380" y="1795409"/>
                  <a:pt x="3350146" y="1795409"/>
                </a:cubicBezTo>
                <a:cubicBezTo>
                  <a:pt x="1499911" y="1795409"/>
                  <a:pt x="0" y="1393493"/>
                  <a:pt x="0" y="897704"/>
                </a:cubicBezTo>
                <a:cubicBezTo>
                  <a:pt x="0" y="401916"/>
                  <a:pt x="1499911" y="0"/>
                  <a:pt x="3350146" y="0"/>
                </a:cubicBezTo>
                <a:cubicBezTo>
                  <a:pt x="5200380" y="0"/>
                  <a:pt x="6700291" y="401916"/>
                  <a:pt x="6700291" y="897704"/>
                </a:cubicBezTo>
                <a:close/>
              </a:path>
            </a:pathLst>
          </a:custGeom>
          <a:gradFill flip="none" rotWithShape="1">
            <a:gsLst>
              <a:gs pos="0">
                <a:srgbClr val="C00000"/>
              </a:gs>
              <a:gs pos="100000">
                <a:srgbClr val="FFFFFF">
                  <a:alpha val="0"/>
                </a:srgbClr>
              </a:gs>
            </a:gsLst>
            <a:lin ang="16200000" scaled="1"/>
            <a:tileRect/>
          </a:gradFill>
          <a:ln w="25400" cap="flat">
            <a:gradFill>
              <a:gsLst>
                <a:gs pos="2000">
                  <a:srgbClr val="C00000"/>
                </a:gs>
                <a:gs pos="94000">
                  <a:schemeClr val="bg1">
                    <a:alpha val="0"/>
                  </a:schemeClr>
                </a:gs>
              </a:gsLst>
              <a:lin ang="16200000" scaled="1"/>
            </a:gradFill>
            <a:prstDash val="solid"/>
            <a:miter/>
          </a:ln>
          <a:effectLst>
            <a:outerShdw blurRad="76200" sx="101000" sy="101000" algn="ctr" rotWithShape="0">
              <a:srgbClr val="2A23BF">
                <a:alpha val="10000"/>
              </a:srgbClr>
            </a:outerShdw>
          </a:effectLst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1431" y="1080021"/>
            <a:ext cx="6109138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1800" b="1" dirty="0"/>
              <a:t>家装渠道业绩增长原理</a:t>
            </a:r>
            <a:endParaRPr kumimoji="1" lang="en-US" altLang="zh-CN" sz="1800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5016217" y="2389495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根据诊断找出具体的问题</a:t>
            </a:r>
          </a:p>
        </p:txBody>
      </p:sp>
      <p:sp>
        <p:nvSpPr>
          <p:cNvPr id="46" name="三角形 45"/>
          <p:cNvSpPr/>
          <p:nvPr/>
        </p:nvSpPr>
        <p:spPr>
          <a:xfrm rot="10800000">
            <a:off x="4018838" y="2157812"/>
            <a:ext cx="4154324" cy="172605"/>
          </a:xfrm>
          <a:prstGeom prst="triangle">
            <a:avLst/>
          </a:prstGeom>
          <a:gradFill flip="none" rotWithShape="1">
            <a:gsLst>
              <a:gs pos="35000">
                <a:srgbClr val="D85651">
                  <a:alpha val="83638"/>
                </a:srgbClr>
              </a:gs>
              <a:gs pos="0">
                <a:srgbClr val="C00000"/>
              </a:gs>
              <a:gs pos="100000">
                <a:schemeClr val="bg1">
                  <a:alpha val="43367"/>
                </a:schemeClr>
              </a:gs>
            </a:gsLst>
            <a:lin ang="5400000" scaled="1"/>
            <a:tileRect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998762" y="1713397"/>
            <a:ext cx="2194477" cy="36933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/>
              </a:gs>
            </a:gsLst>
            <a:lin ang="27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诊断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904838" y="449670"/>
            <a:ext cx="6473127" cy="395559"/>
          </a:xfrm>
          <a:prstGeom prst="rect">
            <a:avLst/>
          </a:prstGeom>
          <a:noFill/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</a:rPr>
              <a:t>家装渠道业绩增长整图</a:t>
            </a:r>
          </a:p>
        </p:txBody>
      </p:sp>
      <p:sp>
        <p:nvSpPr>
          <p:cNvPr id="6" name="Freeform 10"/>
          <p:cNvSpPr/>
          <p:nvPr/>
        </p:nvSpPr>
        <p:spPr>
          <a:xfrm>
            <a:off x="3104515" y="2864861"/>
            <a:ext cx="5981065" cy="1127760"/>
          </a:xfrm>
          <a:custGeom>
            <a:avLst/>
            <a:gdLst>
              <a:gd name="connsiteX0" fmla="*/ 0 w 3708953"/>
              <a:gd name="connsiteY0" fmla="*/ 699378 h 699378"/>
              <a:gd name="connsiteX1" fmla="*/ 3708954 w 3708953"/>
              <a:gd name="connsiteY1" fmla="*/ 699378 h 699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08953" h="699378">
                <a:moveTo>
                  <a:pt x="0" y="699378"/>
                </a:moveTo>
                <a:cubicBezTo>
                  <a:pt x="0" y="699378"/>
                  <a:pt x="1774054" y="-874223"/>
                  <a:pt x="3708954" y="699378"/>
                </a:cubicBezTo>
              </a:path>
            </a:pathLst>
          </a:custGeom>
          <a:noFill/>
          <a:ln w="22225" cap="flat">
            <a:gradFill>
              <a:gsLst>
                <a:gs pos="28000">
                  <a:srgbClr val="C00000"/>
                </a:gs>
                <a:gs pos="100000">
                  <a:schemeClr val="bg1"/>
                </a:gs>
              </a:gsLst>
              <a:lin ang="10800000" scaled="1"/>
            </a:gradFill>
            <a:prstDash val="solid"/>
            <a:miter/>
            <a:tailEnd type="triangle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 12"/>
          <p:cNvSpPr/>
          <p:nvPr/>
        </p:nvSpPr>
        <p:spPr>
          <a:xfrm>
            <a:off x="3104515" y="5196581"/>
            <a:ext cx="5981065" cy="1127760"/>
          </a:xfrm>
          <a:custGeom>
            <a:avLst/>
            <a:gdLst>
              <a:gd name="connsiteX0" fmla="*/ 0 w 3708953"/>
              <a:gd name="connsiteY0" fmla="*/ 0 h 699378"/>
              <a:gd name="connsiteX1" fmla="*/ 3708954 w 3708953"/>
              <a:gd name="connsiteY1" fmla="*/ 0 h 699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08953" h="699378">
                <a:moveTo>
                  <a:pt x="0" y="0"/>
                </a:moveTo>
                <a:cubicBezTo>
                  <a:pt x="0" y="0"/>
                  <a:pt x="1774054" y="1573601"/>
                  <a:pt x="3708954" y="0"/>
                </a:cubicBezTo>
              </a:path>
            </a:pathLst>
          </a:custGeom>
          <a:noFill/>
          <a:ln w="22225" cap="flat">
            <a:gradFill>
              <a:gsLst>
                <a:gs pos="2800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prstDash val="solid"/>
            <a:miter/>
            <a:headEnd type="triangle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 13"/>
          <p:cNvSpPr/>
          <p:nvPr/>
        </p:nvSpPr>
        <p:spPr>
          <a:xfrm rot="15931535">
            <a:off x="5995670" y="6175751"/>
            <a:ext cx="297815" cy="297815"/>
          </a:xfrm>
          <a:custGeom>
            <a:avLst/>
            <a:gdLst>
              <a:gd name="connsiteX0" fmla="*/ 184639 w 184638"/>
              <a:gd name="connsiteY0" fmla="*/ 92341 h 184681"/>
              <a:gd name="connsiteX1" fmla="*/ 92319 w 184638"/>
              <a:gd name="connsiteY1" fmla="*/ 184682 h 184681"/>
              <a:gd name="connsiteX2" fmla="*/ 0 w 184638"/>
              <a:gd name="connsiteY2" fmla="*/ 92341 h 184681"/>
              <a:gd name="connsiteX3" fmla="*/ 92319 w 184638"/>
              <a:gd name="connsiteY3" fmla="*/ 0 h 184681"/>
              <a:gd name="connsiteX4" fmla="*/ 184639 w 184638"/>
              <a:gd name="connsiteY4" fmla="*/ 92341 h 18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38" h="184681">
                <a:moveTo>
                  <a:pt x="184639" y="92341"/>
                </a:moveTo>
                <a:cubicBezTo>
                  <a:pt x="184639" y="143339"/>
                  <a:pt x="143306" y="184682"/>
                  <a:pt x="92319" y="184682"/>
                </a:cubicBezTo>
                <a:cubicBezTo>
                  <a:pt x="41333" y="184682"/>
                  <a:pt x="0" y="143339"/>
                  <a:pt x="0" y="92341"/>
                </a:cubicBezTo>
                <a:cubicBezTo>
                  <a:pt x="0" y="41343"/>
                  <a:pt x="41333" y="0"/>
                  <a:pt x="92319" y="0"/>
                </a:cubicBezTo>
                <a:cubicBezTo>
                  <a:pt x="143306" y="0"/>
                  <a:pt x="184639" y="41342"/>
                  <a:pt x="184639" y="923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algn="ctr" rotWithShape="0">
              <a:schemeClr val="bg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Freeform 18"/>
          <p:cNvSpPr/>
          <p:nvPr/>
        </p:nvSpPr>
        <p:spPr>
          <a:xfrm>
            <a:off x="3223260" y="4646898"/>
            <a:ext cx="5792470" cy="15240"/>
          </a:xfrm>
          <a:custGeom>
            <a:avLst/>
            <a:gdLst>
              <a:gd name="connsiteX0" fmla="*/ 0 w 3591888"/>
              <a:gd name="connsiteY0" fmla="*/ 0 h 9519"/>
              <a:gd name="connsiteX1" fmla="*/ 3591889 w 3591888"/>
              <a:gd name="connsiteY1" fmla="*/ 0 h 9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91888" h="9519">
                <a:moveTo>
                  <a:pt x="0" y="0"/>
                </a:moveTo>
                <a:lnTo>
                  <a:pt x="3591889" y="0"/>
                </a:lnTo>
              </a:path>
            </a:pathLst>
          </a:custGeom>
          <a:ln w="12700" cap="flat">
            <a:gradFill>
              <a:gsLst>
                <a:gs pos="28000">
                  <a:srgbClr val="C00000"/>
                </a:gs>
                <a:gs pos="100000">
                  <a:srgbClr val="C00000"/>
                </a:gs>
              </a:gsLst>
              <a:lin ang="0" scaled="1"/>
            </a:gradFill>
            <a:prstDash val="dash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6"/>
          <p:cNvSpPr/>
          <p:nvPr/>
        </p:nvSpPr>
        <p:spPr>
          <a:xfrm>
            <a:off x="4950460" y="3459856"/>
            <a:ext cx="2265680" cy="2266315"/>
          </a:xfrm>
          <a:custGeom>
            <a:avLst/>
            <a:gdLst>
              <a:gd name="connsiteX0" fmla="*/ 1404777 w 1404776"/>
              <a:gd name="connsiteY0" fmla="*/ 702551 h 1405102"/>
              <a:gd name="connsiteX1" fmla="*/ 702388 w 1404776"/>
              <a:gd name="connsiteY1" fmla="*/ 1405102 h 1405102"/>
              <a:gd name="connsiteX2" fmla="*/ 0 w 1404776"/>
              <a:gd name="connsiteY2" fmla="*/ 702551 h 1405102"/>
              <a:gd name="connsiteX3" fmla="*/ 702388 w 1404776"/>
              <a:gd name="connsiteY3" fmla="*/ 0 h 1405102"/>
              <a:gd name="connsiteX4" fmla="*/ 1404777 w 1404776"/>
              <a:gd name="connsiteY4" fmla="*/ 702551 h 140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4776" h="1405102">
                <a:moveTo>
                  <a:pt x="1404777" y="702551"/>
                </a:moveTo>
                <a:cubicBezTo>
                  <a:pt x="1404777" y="1090559"/>
                  <a:pt x="1090307" y="1405102"/>
                  <a:pt x="702388" y="1405102"/>
                </a:cubicBezTo>
                <a:cubicBezTo>
                  <a:pt x="314470" y="1405102"/>
                  <a:pt x="0" y="1090559"/>
                  <a:pt x="0" y="702551"/>
                </a:cubicBezTo>
                <a:cubicBezTo>
                  <a:pt x="0" y="314543"/>
                  <a:pt x="314470" y="0"/>
                  <a:pt x="702388" y="0"/>
                </a:cubicBezTo>
                <a:cubicBezTo>
                  <a:pt x="1090307" y="0"/>
                  <a:pt x="1404777" y="314543"/>
                  <a:pt x="1404777" y="702551"/>
                </a:cubicBezTo>
                <a:close/>
              </a:path>
            </a:pathLst>
          </a:custGeom>
          <a:solidFill>
            <a:schemeClr val="bg1"/>
          </a:solidFill>
          <a:ln w="2378" cap="flat">
            <a:noFill/>
            <a:prstDash val="solid"/>
            <a:miter/>
          </a:ln>
          <a:effectLst>
            <a:outerShdw blurRad="254000" dist="508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12" name="Freeform 4"/>
          <p:cNvSpPr/>
          <p:nvPr/>
        </p:nvSpPr>
        <p:spPr>
          <a:xfrm>
            <a:off x="5119370" y="3628766"/>
            <a:ext cx="1927860" cy="1928495"/>
          </a:xfrm>
          <a:custGeom>
            <a:avLst/>
            <a:gdLst>
              <a:gd name="connsiteX0" fmla="*/ 1195393 w 1195392"/>
              <a:gd name="connsiteY0" fmla="*/ 597835 h 1195669"/>
              <a:gd name="connsiteX1" fmla="*/ 597696 w 1195392"/>
              <a:gd name="connsiteY1" fmla="*/ 1195670 h 1195669"/>
              <a:gd name="connsiteX2" fmla="*/ 0 w 1195392"/>
              <a:gd name="connsiteY2" fmla="*/ 597835 h 1195669"/>
              <a:gd name="connsiteX3" fmla="*/ 597696 w 1195392"/>
              <a:gd name="connsiteY3" fmla="*/ 0 h 1195669"/>
              <a:gd name="connsiteX4" fmla="*/ 1195393 w 1195392"/>
              <a:gd name="connsiteY4" fmla="*/ 597835 h 1195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5392" h="1195669">
                <a:moveTo>
                  <a:pt x="1195393" y="597835"/>
                </a:moveTo>
                <a:cubicBezTo>
                  <a:pt x="1195393" y="928010"/>
                  <a:pt x="927795" y="1195670"/>
                  <a:pt x="597696" y="1195670"/>
                </a:cubicBezTo>
                <a:cubicBezTo>
                  <a:pt x="267598" y="1195670"/>
                  <a:pt x="0" y="928010"/>
                  <a:pt x="0" y="597835"/>
                </a:cubicBezTo>
                <a:cubicBezTo>
                  <a:pt x="0" y="267660"/>
                  <a:pt x="267598" y="0"/>
                  <a:pt x="597696" y="0"/>
                </a:cubicBezTo>
                <a:cubicBezTo>
                  <a:pt x="927795" y="0"/>
                  <a:pt x="1195393" y="267660"/>
                  <a:pt x="1195393" y="597835"/>
                </a:cubicBezTo>
                <a:close/>
              </a:path>
            </a:pathLst>
          </a:custGeom>
          <a:solidFill>
            <a:schemeClr val="bg1"/>
          </a:solidFill>
          <a:ln w="2378" cap="flat">
            <a:noFill/>
            <a:prstDash val="solid"/>
            <a:miter/>
          </a:ln>
          <a:effectLst>
            <a:outerShdw blurRad="254000" dist="508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13" name="Freeform 7"/>
          <p:cNvSpPr/>
          <p:nvPr/>
        </p:nvSpPr>
        <p:spPr>
          <a:xfrm>
            <a:off x="1393190" y="3664326"/>
            <a:ext cx="1857375" cy="1858010"/>
          </a:xfrm>
          <a:custGeom>
            <a:avLst/>
            <a:gdLst>
              <a:gd name="connsiteX0" fmla="*/ 1151612 w 1151612"/>
              <a:gd name="connsiteY0" fmla="*/ 575940 h 1151879"/>
              <a:gd name="connsiteX1" fmla="*/ 575806 w 1151612"/>
              <a:gd name="connsiteY1" fmla="*/ 1151879 h 1151879"/>
              <a:gd name="connsiteX2" fmla="*/ 0 w 1151612"/>
              <a:gd name="connsiteY2" fmla="*/ 575940 h 1151879"/>
              <a:gd name="connsiteX3" fmla="*/ 575806 w 1151612"/>
              <a:gd name="connsiteY3" fmla="*/ 0 h 1151879"/>
              <a:gd name="connsiteX4" fmla="*/ 1151612 w 1151612"/>
              <a:gd name="connsiteY4" fmla="*/ 575940 h 115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612" h="1151879">
                <a:moveTo>
                  <a:pt x="1151612" y="575940"/>
                </a:moveTo>
                <a:cubicBezTo>
                  <a:pt x="1151612" y="894022"/>
                  <a:pt x="893815" y="1151879"/>
                  <a:pt x="575806" y="1151879"/>
                </a:cubicBezTo>
                <a:cubicBezTo>
                  <a:pt x="257797" y="1151879"/>
                  <a:pt x="0" y="894022"/>
                  <a:pt x="0" y="575940"/>
                </a:cubicBezTo>
                <a:cubicBezTo>
                  <a:pt x="0" y="257857"/>
                  <a:pt x="257797" y="0"/>
                  <a:pt x="575806" y="0"/>
                </a:cubicBezTo>
                <a:cubicBezTo>
                  <a:pt x="893815" y="0"/>
                  <a:pt x="1151612" y="257857"/>
                  <a:pt x="1151612" y="575940"/>
                </a:cubicBezTo>
                <a:close/>
              </a:path>
            </a:pathLst>
          </a:custGeom>
          <a:solidFill>
            <a:schemeClr val="bg1"/>
          </a:solidFill>
          <a:ln w="2378" cap="flat">
            <a:noFill/>
            <a:prstDash val="solid"/>
            <a:miter/>
          </a:ln>
          <a:effectLst>
            <a:outerShdw blurRad="254000" dist="508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14" name="Freeform 9"/>
          <p:cNvSpPr/>
          <p:nvPr/>
        </p:nvSpPr>
        <p:spPr>
          <a:xfrm>
            <a:off x="8941435" y="3664326"/>
            <a:ext cx="1857375" cy="1858010"/>
          </a:xfrm>
          <a:custGeom>
            <a:avLst/>
            <a:gdLst>
              <a:gd name="connsiteX0" fmla="*/ 1151613 w 1151612"/>
              <a:gd name="connsiteY0" fmla="*/ 575940 h 1151879"/>
              <a:gd name="connsiteX1" fmla="*/ 575806 w 1151612"/>
              <a:gd name="connsiteY1" fmla="*/ 1151879 h 1151879"/>
              <a:gd name="connsiteX2" fmla="*/ 0 w 1151612"/>
              <a:gd name="connsiteY2" fmla="*/ 575940 h 1151879"/>
              <a:gd name="connsiteX3" fmla="*/ 575806 w 1151612"/>
              <a:gd name="connsiteY3" fmla="*/ 0 h 1151879"/>
              <a:gd name="connsiteX4" fmla="*/ 1151613 w 1151612"/>
              <a:gd name="connsiteY4" fmla="*/ 575940 h 115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612" h="1151879">
                <a:moveTo>
                  <a:pt x="1151613" y="575940"/>
                </a:moveTo>
                <a:cubicBezTo>
                  <a:pt x="1151613" y="894022"/>
                  <a:pt x="893815" y="1151879"/>
                  <a:pt x="575806" y="1151879"/>
                </a:cubicBezTo>
                <a:cubicBezTo>
                  <a:pt x="257798" y="1151879"/>
                  <a:pt x="0" y="894022"/>
                  <a:pt x="0" y="575940"/>
                </a:cubicBezTo>
                <a:cubicBezTo>
                  <a:pt x="0" y="257857"/>
                  <a:pt x="257798" y="0"/>
                  <a:pt x="575806" y="0"/>
                </a:cubicBezTo>
                <a:cubicBezTo>
                  <a:pt x="893815" y="0"/>
                  <a:pt x="1151613" y="257857"/>
                  <a:pt x="1151613" y="575940"/>
                </a:cubicBezTo>
                <a:close/>
              </a:path>
            </a:pathLst>
          </a:custGeom>
          <a:solidFill>
            <a:schemeClr val="bg1"/>
          </a:solidFill>
          <a:ln w="2378" cap="flat">
            <a:noFill/>
            <a:prstDash val="solid"/>
            <a:miter/>
          </a:ln>
          <a:effectLst>
            <a:outerShdw blurRad="254000" dist="508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15" name="Freeform 5"/>
          <p:cNvSpPr/>
          <p:nvPr/>
        </p:nvSpPr>
        <p:spPr>
          <a:xfrm>
            <a:off x="1537335" y="3808471"/>
            <a:ext cx="1568450" cy="1569085"/>
          </a:xfrm>
          <a:custGeom>
            <a:avLst/>
            <a:gdLst>
              <a:gd name="connsiteX0" fmla="*/ 972684 w 972684"/>
              <a:gd name="connsiteY0" fmla="*/ 486455 h 972909"/>
              <a:gd name="connsiteX1" fmla="*/ 486342 w 972684"/>
              <a:gd name="connsiteY1" fmla="*/ 972910 h 972909"/>
              <a:gd name="connsiteX2" fmla="*/ 0 w 972684"/>
              <a:gd name="connsiteY2" fmla="*/ 486455 h 972909"/>
              <a:gd name="connsiteX3" fmla="*/ 486342 w 972684"/>
              <a:gd name="connsiteY3" fmla="*/ 0 h 972909"/>
              <a:gd name="connsiteX4" fmla="*/ 972684 w 972684"/>
              <a:gd name="connsiteY4" fmla="*/ 486455 h 972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684" h="972909">
                <a:moveTo>
                  <a:pt x="972684" y="486455"/>
                </a:moveTo>
                <a:cubicBezTo>
                  <a:pt x="972684" y="755116"/>
                  <a:pt x="754941" y="972910"/>
                  <a:pt x="486342" y="972910"/>
                </a:cubicBezTo>
                <a:cubicBezTo>
                  <a:pt x="217743" y="972910"/>
                  <a:pt x="0" y="755117"/>
                  <a:pt x="0" y="486455"/>
                </a:cubicBezTo>
                <a:cubicBezTo>
                  <a:pt x="0" y="217793"/>
                  <a:pt x="217743" y="0"/>
                  <a:pt x="486342" y="0"/>
                </a:cubicBezTo>
                <a:cubicBezTo>
                  <a:pt x="754941" y="0"/>
                  <a:pt x="972684" y="217793"/>
                  <a:pt x="972684" y="486455"/>
                </a:cubicBezTo>
                <a:close/>
              </a:path>
            </a:pathLst>
          </a:custGeom>
          <a:solidFill>
            <a:srgbClr val="C00000"/>
          </a:solidFill>
          <a:ln w="2378" cap="flat">
            <a:noFill/>
            <a:prstDash val="solid"/>
            <a:miter/>
          </a:ln>
          <a:effectLst>
            <a:outerShdw blurRad="101600" dist="50800" dir="3600000" algn="ctr" rotWithShape="0">
              <a:srgbClr val="2F76E4">
                <a:alpha val="20000"/>
              </a:srgbClr>
            </a:outerShdw>
          </a:effectLst>
        </p:spPr>
        <p:txBody>
          <a:bodyPr rtlCol="0" anchor="ctr">
            <a:noAutofit/>
          </a:bodyPr>
          <a:lstStyle/>
          <a:p>
            <a:endParaRPr lang="en-US">
              <a:sym typeface="+mn-ea"/>
            </a:endParaRPr>
          </a:p>
        </p:txBody>
      </p:sp>
      <p:sp>
        <p:nvSpPr>
          <p:cNvPr id="16" name="Freeform 8"/>
          <p:cNvSpPr/>
          <p:nvPr/>
        </p:nvSpPr>
        <p:spPr>
          <a:xfrm>
            <a:off x="9110345" y="3808471"/>
            <a:ext cx="1568450" cy="1569085"/>
          </a:xfrm>
          <a:custGeom>
            <a:avLst/>
            <a:gdLst>
              <a:gd name="connsiteX0" fmla="*/ 972684 w 972684"/>
              <a:gd name="connsiteY0" fmla="*/ 486455 h 972909"/>
              <a:gd name="connsiteX1" fmla="*/ 486342 w 972684"/>
              <a:gd name="connsiteY1" fmla="*/ 972910 h 972909"/>
              <a:gd name="connsiteX2" fmla="*/ 0 w 972684"/>
              <a:gd name="connsiteY2" fmla="*/ 486455 h 972909"/>
              <a:gd name="connsiteX3" fmla="*/ 486342 w 972684"/>
              <a:gd name="connsiteY3" fmla="*/ 0 h 972909"/>
              <a:gd name="connsiteX4" fmla="*/ 972684 w 972684"/>
              <a:gd name="connsiteY4" fmla="*/ 486455 h 972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2684" h="972909">
                <a:moveTo>
                  <a:pt x="972684" y="486455"/>
                </a:moveTo>
                <a:cubicBezTo>
                  <a:pt x="972684" y="755116"/>
                  <a:pt x="754942" y="972910"/>
                  <a:pt x="486342" y="972910"/>
                </a:cubicBezTo>
                <a:cubicBezTo>
                  <a:pt x="217743" y="972910"/>
                  <a:pt x="0" y="755117"/>
                  <a:pt x="0" y="486455"/>
                </a:cubicBezTo>
                <a:cubicBezTo>
                  <a:pt x="0" y="217793"/>
                  <a:pt x="217743" y="0"/>
                  <a:pt x="486342" y="0"/>
                </a:cubicBezTo>
                <a:cubicBezTo>
                  <a:pt x="754942" y="0"/>
                  <a:pt x="972684" y="217793"/>
                  <a:pt x="972684" y="486455"/>
                </a:cubicBezTo>
                <a:close/>
              </a:path>
            </a:pathLst>
          </a:custGeom>
          <a:solidFill>
            <a:srgbClr val="C00000"/>
          </a:solidFill>
          <a:ln w="2378" cap="flat">
            <a:noFill/>
            <a:prstDash val="solid"/>
            <a:miter/>
          </a:ln>
          <a:effectLst>
            <a:outerShdw blurRad="101600" dist="50800" dir="3600000" algn="ctr" rotWithShape="0">
              <a:srgbClr val="2F76E4">
                <a:alpha val="20000"/>
              </a:srgbClr>
            </a:outerShdw>
          </a:effectLst>
        </p:spPr>
        <p:txBody>
          <a:bodyPr rtlCol="0" anchor="ctr">
            <a:noAutofit/>
          </a:bodyPr>
          <a:lstStyle/>
          <a:p>
            <a:endParaRPr lang="en-US">
              <a:sym typeface="+mn-ea"/>
            </a:endParaRPr>
          </a:p>
        </p:txBody>
      </p:sp>
      <p:sp>
        <p:nvSpPr>
          <p:cNvPr id="17" name="Freeform 11"/>
          <p:cNvSpPr/>
          <p:nvPr/>
        </p:nvSpPr>
        <p:spPr>
          <a:xfrm>
            <a:off x="5995670" y="2715001"/>
            <a:ext cx="297815" cy="297815"/>
          </a:xfrm>
          <a:custGeom>
            <a:avLst/>
            <a:gdLst>
              <a:gd name="connsiteX0" fmla="*/ 184639 w 184638"/>
              <a:gd name="connsiteY0" fmla="*/ 92341 h 184681"/>
              <a:gd name="connsiteX1" fmla="*/ 92319 w 184638"/>
              <a:gd name="connsiteY1" fmla="*/ 184681 h 184681"/>
              <a:gd name="connsiteX2" fmla="*/ 0 w 184638"/>
              <a:gd name="connsiteY2" fmla="*/ 92341 h 184681"/>
              <a:gd name="connsiteX3" fmla="*/ 92319 w 184638"/>
              <a:gd name="connsiteY3" fmla="*/ 0 h 184681"/>
              <a:gd name="connsiteX4" fmla="*/ 184639 w 184638"/>
              <a:gd name="connsiteY4" fmla="*/ 92341 h 18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38" h="184681">
                <a:moveTo>
                  <a:pt x="184639" y="92341"/>
                </a:moveTo>
                <a:cubicBezTo>
                  <a:pt x="184639" y="143339"/>
                  <a:pt x="143306" y="184681"/>
                  <a:pt x="92319" y="184681"/>
                </a:cubicBezTo>
                <a:cubicBezTo>
                  <a:pt x="41333" y="184681"/>
                  <a:pt x="0" y="143339"/>
                  <a:pt x="0" y="92341"/>
                </a:cubicBezTo>
                <a:cubicBezTo>
                  <a:pt x="0" y="41342"/>
                  <a:pt x="41333" y="0"/>
                  <a:pt x="92319" y="0"/>
                </a:cubicBezTo>
                <a:cubicBezTo>
                  <a:pt x="143306" y="0"/>
                  <a:pt x="184639" y="41342"/>
                  <a:pt x="184639" y="923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algn="ctr" rotWithShape="0">
              <a:schemeClr val="bg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Freeform 16"/>
          <p:cNvSpPr/>
          <p:nvPr/>
        </p:nvSpPr>
        <p:spPr>
          <a:xfrm>
            <a:off x="7964805" y="4485627"/>
            <a:ext cx="297815" cy="297815"/>
          </a:xfrm>
          <a:custGeom>
            <a:avLst/>
            <a:gdLst>
              <a:gd name="connsiteX0" fmla="*/ 184639 w 184638"/>
              <a:gd name="connsiteY0" fmla="*/ 92341 h 184681"/>
              <a:gd name="connsiteX1" fmla="*/ 92319 w 184638"/>
              <a:gd name="connsiteY1" fmla="*/ 184682 h 184681"/>
              <a:gd name="connsiteX2" fmla="*/ 0 w 184638"/>
              <a:gd name="connsiteY2" fmla="*/ 92341 h 184681"/>
              <a:gd name="connsiteX3" fmla="*/ 92319 w 184638"/>
              <a:gd name="connsiteY3" fmla="*/ 0 h 184681"/>
              <a:gd name="connsiteX4" fmla="*/ 184639 w 184638"/>
              <a:gd name="connsiteY4" fmla="*/ 92341 h 18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38" h="184681">
                <a:moveTo>
                  <a:pt x="184639" y="92341"/>
                </a:moveTo>
                <a:cubicBezTo>
                  <a:pt x="184639" y="143339"/>
                  <a:pt x="143306" y="184682"/>
                  <a:pt x="92319" y="184682"/>
                </a:cubicBezTo>
                <a:cubicBezTo>
                  <a:pt x="41333" y="184682"/>
                  <a:pt x="0" y="143339"/>
                  <a:pt x="0" y="92341"/>
                </a:cubicBezTo>
                <a:cubicBezTo>
                  <a:pt x="0" y="41343"/>
                  <a:pt x="41333" y="0"/>
                  <a:pt x="92319" y="0"/>
                </a:cubicBezTo>
                <a:cubicBezTo>
                  <a:pt x="143306" y="0"/>
                  <a:pt x="184639" y="41342"/>
                  <a:pt x="184639" y="923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algn="ctr" rotWithShape="0">
              <a:schemeClr val="bg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3" name="文本框 36"/>
          <p:cNvSpPr txBox="1"/>
          <p:nvPr/>
        </p:nvSpPr>
        <p:spPr>
          <a:xfrm>
            <a:off x="1509395" y="4049042"/>
            <a:ext cx="1570355" cy="597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</a:rPr>
              <a:t>目标</a:t>
            </a:r>
            <a:endParaRPr kumimoji="1"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36" name="燕尾形 21"/>
          <p:cNvSpPr/>
          <p:nvPr/>
        </p:nvSpPr>
        <p:spPr>
          <a:xfrm>
            <a:off x="6059170" y="2784838"/>
            <a:ext cx="164465" cy="155575"/>
          </a:xfrm>
          <a:prstGeom prst="chevron">
            <a:avLst>
              <a:gd name="adj" fmla="val 51176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燕尾形 22"/>
          <p:cNvSpPr/>
          <p:nvPr/>
        </p:nvSpPr>
        <p:spPr>
          <a:xfrm>
            <a:off x="4059555" y="4556747"/>
            <a:ext cx="164465" cy="155575"/>
          </a:xfrm>
          <a:prstGeom prst="chevron">
            <a:avLst>
              <a:gd name="adj" fmla="val 51176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燕尾形 24"/>
          <p:cNvSpPr/>
          <p:nvPr/>
        </p:nvSpPr>
        <p:spPr>
          <a:xfrm>
            <a:off x="8031480" y="4556747"/>
            <a:ext cx="164465" cy="155575"/>
          </a:xfrm>
          <a:prstGeom prst="chevron">
            <a:avLst>
              <a:gd name="adj" fmla="val 51176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547599" y="403525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/>
              <a:t>策略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9440567" y="4070920"/>
            <a:ext cx="902811" cy="5978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2800" b="1" dirty="0">
                <a:solidFill>
                  <a:schemeClr val="bg1"/>
                </a:solidFill>
              </a:rPr>
              <a:t>监控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4141787" y="3394503"/>
            <a:ext cx="14058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</a:rPr>
              <a:t>家装公司开发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973080" y="3394503"/>
            <a:ext cx="14058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</a:rPr>
              <a:t>家装公司维护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085337" y="4607490"/>
            <a:ext cx="1666612" cy="54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050" dirty="0">
                <a:solidFill>
                  <a:schemeClr val="bg1"/>
                </a:solidFill>
              </a:rPr>
              <a:t>家装公司</a:t>
            </a:r>
            <a:endParaRPr kumimoji="1" lang="en-US" altLang="zh-CN" sz="105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050" dirty="0">
                <a:solidFill>
                  <a:schemeClr val="bg1"/>
                </a:solidFill>
              </a:rPr>
              <a:t>业绩追踪与提升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488440" y="4613414"/>
            <a:ext cx="1666612" cy="54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050" dirty="0">
                <a:solidFill>
                  <a:schemeClr val="bg1"/>
                </a:solidFill>
              </a:rPr>
              <a:t>家装渠道</a:t>
            </a:r>
            <a:endParaRPr kumimoji="1" lang="en-US" altLang="zh-CN" sz="105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050" dirty="0">
                <a:solidFill>
                  <a:schemeClr val="bg1"/>
                </a:solidFill>
              </a:rPr>
              <a:t>目标制定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4882353" y="5702443"/>
            <a:ext cx="2474284" cy="381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1600" b="1" dirty="0">
                <a:solidFill>
                  <a:srgbClr val="C00000"/>
                </a:solidFill>
              </a:rPr>
              <a:t>家装公司业绩提升五步法</a:t>
            </a:r>
            <a:endParaRPr kumimoji="1" lang="en-US" altLang="zh-CN" sz="1600" b="1" dirty="0">
              <a:solidFill>
                <a:srgbClr val="C00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394348" y="4659400"/>
            <a:ext cx="1415772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200" dirty="0"/>
              <a:t>家装渠道三大策略</a:t>
            </a:r>
          </a:p>
        </p:txBody>
      </p:sp>
      <p:sp>
        <p:nvSpPr>
          <p:cNvPr id="2" name="燕尾形 21"/>
          <p:cNvSpPr/>
          <p:nvPr/>
        </p:nvSpPr>
        <p:spPr>
          <a:xfrm rot="10800000">
            <a:off x="6063059" y="6249489"/>
            <a:ext cx="164465" cy="155575"/>
          </a:xfrm>
          <a:prstGeom prst="chevron">
            <a:avLst>
              <a:gd name="adj" fmla="val 51176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06609" y="576072"/>
            <a:ext cx="1900971" cy="584775"/>
          </a:xfrm>
          <a:prstGeom prst="rect">
            <a:avLst/>
          </a:prstGeom>
          <a:solidFill>
            <a:srgbClr val="C00000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600" b="1" dirty="0"/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02770" y="588752"/>
            <a:ext cx="4288353" cy="633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家装渠道业绩增长原理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86486" y="1759134"/>
            <a:ext cx="1471097" cy="85446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销售额</a:t>
            </a:r>
          </a:p>
        </p:txBody>
      </p:sp>
      <p:sp>
        <p:nvSpPr>
          <p:cNvPr id="11" name="乘 10"/>
          <p:cNvSpPr/>
          <p:nvPr/>
        </p:nvSpPr>
        <p:spPr>
          <a:xfrm>
            <a:off x="4891034" y="1954591"/>
            <a:ext cx="463550" cy="463550"/>
          </a:xfrm>
          <a:prstGeom prst="mathMultiply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乘 11"/>
          <p:cNvSpPr/>
          <p:nvPr/>
        </p:nvSpPr>
        <p:spPr>
          <a:xfrm>
            <a:off x="7260800" y="1954591"/>
            <a:ext cx="463550" cy="463550"/>
          </a:xfrm>
          <a:prstGeom prst="mathMultiply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等于 12"/>
          <p:cNvSpPr/>
          <p:nvPr/>
        </p:nvSpPr>
        <p:spPr>
          <a:xfrm>
            <a:off x="2213253" y="1910141"/>
            <a:ext cx="584200" cy="552450"/>
          </a:xfrm>
          <a:prstGeom prst="mathEqual">
            <a:avLst>
              <a:gd name="adj1" fmla="val 23520"/>
              <a:gd name="adj2" fmla="val 23254"/>
            </a:avLst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8" name="右大括号 17"/>
          <p:cNvSpPr/>
          <p:nvPr/>
        </p:nvSpPr>
        <p:spPr>
          <a:xfrm rot="16200000">
            <a:off x="3811990" y="2107852"/>
            <a:ext cx="250911" cy="2449503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31"/>
          <p:cNvSpPr/>
          <p:nvPr/>
        </p:nvSpPr>
        <p:spPr>
          <a:xfrm>
            <a:off x="2057583" y="3669438"/>
            <a:ext cx="1360952" cy="93377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TOP10</a:t>
            </a: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家装公司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0" name="圆角矩形 31"/>
          <p:cNvSpPr/>
          <p:nvPr/>
        </p:nvSpPr>
        <p:spPr>
          <a:xfrm>
            <a:off x="4223375" y="3669438"/>
            <a:ext cx="1594876" cy="93377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其他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家装公司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3554252" y="3883507"/>
            <a:ext cx="505639" cy="505639"/>
          </a:xfrm>
          <a:prstGeom prst="mathPlus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27580" y="4664906"/>
            <a:ext cx="1620957" cy="419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600" b="1" dirty="0"/>
              <a:t>稳定的订单来源</a:t>
            </a:r>
            <a:endParaRPr kumimoji="1" lang="en-US" altLang="zh-CN" sz="1600" b="1" dirty="0"/>
          </a:p>
        </p:txBody>
      </p:sp>
      <p:sp>
        <p:nvSpPr>
          <p:cNvPr id="7" name="圆角矩形 31"/>
          <p:cNvSpPr/>
          <p:nvPr/>
        </p:nvSpPr>
        <p:spPr>
          <a:xfrm>
            <a:off x="2953123" y="1759134"/>
            <a:ext cx="1782241" cy="85446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合作家装公司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总数量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0" name="圆角矩形 31"/>
          <p:cNvSpPr/>
          <p:nvPr/>
        </p:nvSpPr>
        <p:spPr>
          <a:xfrm>
            <a:off x="10249786" y="1759134"/>
            <a:ext cx="1687846" cy="85446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平均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客单价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6" name="圆角矩形 31"/>
          <p:cNvSpPr/>
          <p:nvPr/>
        </p:nvSpPr>
        <p:spPr>
          <a:xfrm>
            <a:off x="5510254" y="1759134"/>
            <a:ext cx="1594876" cy="85446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家装公司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活跃率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7" name="圆角矩形 31"/>
          <p:cNvSpPr/>
          <p:nvPr/>
        </p:nvSpPr>
        <p:spPr>
          <a:xfrm>
            <a:off x="7880020" y="1759134"/>
            <a:ext cx="1594876" cy="85446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家装公司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平均订单数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1" name="乘 20"/>
          <p:cNvSpPr/>
          <p:nvPr/>
        </p:nvSpPr>
        <p:spPr>
          <a:xfrm>
            <a:off x="9630566" y="1950650"/>
            <a:ext cx="463550" cy="463550"/>
          </a:xfrm>
          <a:prstGeom prst="mathMultiply">
            <a:avLst/>
          </a:prstGeom>
          <a:solidFill>
            <a:schemeClr val="bg1"/>
          </a:solidFill>
          <a:ln w="158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189437" y="2688884"/>
            <a:ext cx="2236510" cy="6596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600" dirty="0"/>
              <a:t>本月有报单的家装公司</a:t>
            </a:r>
            <a:endParaRPr kumimoji="1" lang="en-US" altLang="zh-CN" sz="1600" dirty="0"/>
          </a:p>
          <a:p>
            <a:pPr algn="ctr">
              <a:lnSpc>
                <a:spcPct val="120000"/>
              </a:lnSpc>
            </a:pPr>
            <a:r>
              <a:rPr kumimoji="1" lang="zh-CN" altLang="en-US" sz="1600" dirty="0"/>
              <a:t>占比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385823" y="2720624"/>
            <a:ext cx="1415772" cy="6596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600" dirty="0"/>
              <a:t>本月平均</a:t>
            </a:r>
            <a:endParaRPr kumimoji="1" lang="en-US" altLang="zh-CN" sz="1600" dirty="0"/>
          </a:p>
          <a:p>
            <a:pPr algn="ctr">
              <a:lnSpc>
                <a:spcPct val="120000"/>
              </a:lnSpc>
            </a:pPr>
            <a:r>
              <a:rPr kumimoji="1" lang="zh-CN" altLang="en-US" sz="1600" dirty="0"/>
              <a:t>家装订单金额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260800" y="2716683"/>
            <a:ext cx="2852063" cy="6596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600" dirty="0"/>
              <a:t>本月平均</a:t>
            </a:r>
            <a:endParaRPr kumimoji="1" lang="en-US" altLang="zh-CN" sz="1600" dirty="0"/>
          </a:p>
          <a:p>
            <a:pPr algn="ctr">
              <a:lnSpc>
                <a:spcPct val="120000"/>
              </a:lnSpc>
            </a:pPr>
            <a:r>
              <a:rPr kumimoji="1" lang="zh-CN" altLang="en-US" sz="1600" dirty="0"/>
              <a:t>每家家装公司提供的订单数量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95376" y="2005772"/>
            <a:ext cx="63914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400" b="1" dirty="0"/>
              <a:t>如何提升四大核心指标？</a:t>
            </a:r>
          </a:p>
        </p:txBody>
      </p:sp>
      <p:sp>
        <p:nvSpPr>
          <p:cNvPr id="7" name="圆角矩形 31"/>
          <p:cNvSpPr/>
          <p:nvPr/>
        </p:nvSpPr>
        <p:spPr>
          <a:xfrm>
            <a:off x="518683" y="3273344"/>
            <a:ext cx="2776693" cy="146307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合作家装公司</a:t>
            </a:r>
            <a:endParaRPr lang="en-US" altLang="zh-CN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总数量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8" name="圆角矩形 31"/>
          <p:cNvSpPr/>
          <p:nvPr/>
        </p:nvSpPr>
        <p:spPr>
          <a:xfrm>
            <a:off x="9213638" y="3273344"/>
            <a:ext cx="2629628" cy="146307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平均</a:t>
            </a:r>
            <a:endParaRPr lang="en-US" altLang="zh-CN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客单价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9" name="圆角矩形 31"/>
          <p:cNvSpPr/>
          <p:nvPr/>
        </p:nvSpPr>
        <p:spPr>
          <a:xfrm>
            <a:off x="3611608" y="3273344"/>
            <a:ext cx="2484783" cy="146307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家装公司</a:t>
            </a:r>
            <a:endParaRPr lang="en-US" altLang="zh-CN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活跃率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0" name="圆角矩形 31"/>
          <p:cNvSpPr/>
          <p:nvPr/>
        </p:nvSpPr>
        <p:spPr>
          <a:xfrm>
            <a:off x="6412623" y="3273344"/>
            <a:ext cx="2484783" cy="1463074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家装公司</a:t>
            </a:r>
            <a:endParaRPr lang="en-US" altLang="zh-CN" sz="2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algn="ctr" defTabSz="967740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平均订单数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4" name="图片 3" descr="图标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00" y="420165"/>
            <a:ext cx="1005403" cy="100540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03785" y="922866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/>
              <a:t>共创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719494" y="3510308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难触及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公司关键人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469040" y="4552156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开发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目标不精准</a:t>
            </a:r>
          </a:p>
        </p:txBody>
      </p:sp>
      <p:sp>
        <p:nvSpPr>
          <p:cNvPr id="14" name="圆角矩形 25"/>
          <p:cNvSpPr/>
          <p:nvPr/>
        </p:nvSpPr>
        <p:spPr>
          <a:xfrm>
            <a:off x="5153414" y="3695483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5" name="圆角矩形 26"/>
          <p:cNvSpPr/>
          <p:nvPr/>
        </p:nvSpPr>
        <p:spPr>
          <a:xfrm>
            <a:off x="2965110" y="4737331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6" name="圆角矩形 27"/>
          <p:cNvSpPr/>
          <p:nvPr/>
        </p:nvSpPr>
        <p:spPr>
          <a:xfrm>
            <a:off x="8412101" y="3695483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8" name="文本框 27"/>
          <p:cNvSpPr txBox="1"/>
          <p:nvPr/>
        </p:nvSpPr>
        <p:spPr>
          <a:xfrm>
            <a:off x="546765" y="198076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分析：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zh-CN" altLang="en-US" sz="2400" b="1" dirty="0">
                <a:solidFill>
                  <a:srgbClr val="C00000"/>
                </a:solidFill>
              </a:rPr>
              <a:t>可以从哪些维度提升家装渠道销售？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296885" y="455215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服务标准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秉持不足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829126" y="4552156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缺乏针对性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拓单策略</a:t>
            </a:r>
          </a:p>
        </p:txBody>
      </p:sp>
      <p:sp>
        <p:nvSpPr>
          <p:cNvPr id="37" name="圆角矩形 25"/>
          <p:cNvSpPr/>
          <p:nvPr/>
        </p:nvSpPr>
        <p:spPr>
          <a:xfrm>
            <a:off x="10854290" y="4737331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9" name="圆角矩形 25"/>
          <p:cNvSpPr/>
          <p:nvPr/>
        </p:nvSpPr>
        <p:spPr>
          <a:xfrm>
            <a:off x="8412101" y="4737331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1" name="圆角矩形 25"/>
          <p:cNvSpPr/>
          <p:nvPr/>
        </p:nvSpPr>
        <p:spPr>
          <a:xfrm>
            <a:off x="5153414" y="4737331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2" name="文本框 41"/>
          <p:cNvSpPr txBox="1"/>
          <p:nvPr/>
        </p:nvSpPr>
        <p:spPr>
          <a:xfrm>
            <a:off x="6719183" y="3510308"/>
            <a:ext cx="1569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没有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订单数据监控</a:t>
            </a:r>
          </a:p>
        </p:txBody>
      </p:sp>
      <p:sp>
        <p:nvSpPr>
          <p:cNvPr id="9" name="圆角矩形 27"/>
          <p:cNvSpPr/>
          <p:nvPr/>
        </p:nvSpPr>
        <p:spPr>
          <a:xfrm>
            <a:off x="10854290" y="3695483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9285199" y="351030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家装公司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维系不足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359538" y="351030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缺乏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家装公司数据</a:t>
            </a:r>
          </a:p>
        </p:txBody>
      </p:sp>
      <p:sp>
        <p:nvSpPr>
          <p:cNvPr id="18" name="圆角矩形 25"/>
          <p:cNvSpPr/>
          <p:nvPr/>
        </p:nvSpPr>
        <p:spPr>
          <a:xfrm>
            <a:off x="2965110" y="3695483"/>
            <a:ext cx="372559" cy="2759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0" name="文本框 29"/>
          <p:cNvSpPr txBox="1"/>
          <p:nvPr/>
        </p:nvSpPr>
        <p:spPr>
          <a:xfrm>
            <a:off x="565235" y="3278775"/>
            <a:ext cx="4124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可能遇到的问题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662474" y="4552156"/>
            <a:ext cx="136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/>
              <a:t>缺乏针对性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开发策略</a:t>
            </a:r>
          </a:p>
        </p:txBody>
      </p:sp>
      <p:sp>
        <p:nvSpPr>
          <p:cNvPr id="2" name="圆角矩形 31"/>
          <p:cNvSpPr/>
          <p:nvPr/>
        </p:nvSpPr>
        <p:spPr>
          <a:xfrm>
            <a:off x="1676436" y="1406642"/>
            <a:ext cx="3718484" cy="624847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合作家装公司总数量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" name="圆角矩形 31"/>
          <p:cNvSpPr/>
          <p:nvPr/>
        </p:nvSpPr>
        <p:spPr>
          <a:xfrm>
            <a:off x="7135806" y="2661804"/>
            <a:ext cx="3718484" cy="624847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平均订单价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5" name="圆角矩形 31"/>
          <p:cNvSpPr/>
          <p:nvPr/>
        </p:nvSpPr>
        <p:spPr>
          <a:xfrm>
            <a:off x="1676436" y="2389373"/>
            <a:ext cx="3718484" cy="624847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TOP10</a:t>
            </a: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家装公司合作数量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6" name="圆角矩形 31"/>
          <p:cNvSpPr/>
          <p:nvPr/>
        </p:nvSpPr>
        <p:spPr>
          <a:xfrm>
            <a:off x="7135807" y="880616"/>
            <a:ext cx="3742806" cy="618579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家装公司活跃率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7" name="圆角矩形 31"/>
          <p:cNvSpPr/>
          <p:nvPr/>
        </p:nvSpPr>
        <p:spPr>
          <a:xfrm>
            <a:off x="7135806" y="1768076"/>
            <a:ext cx="3742807" cy="624847"/>
          </a:xfrm>
          <a:prstGeom prst="roundRect">
            <a:avLst/>
          </a:prstGeom>
          <a:solidFill>
            <a:srgbClr val="C00000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67740">
              <a:lnSpc>
                <a:spcPct val="120000"/>
              </a:lnSpc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家装公司平均订单数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5732" y="396799"/>
            <a:ext cx="4188967" cy="633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家装渠道 </a:t>
            </a:r>
            <a:r>
              <a:rPr kumimoji="1"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——</a:t>
            </a:r>
            <a:r>
              <a:rPr kumimoji="1"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 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目标制定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23916"/>
              </p:ext>
            </p:extLst>
          </p:nvPr>
        </p:nvGraphicFramePr>
        <p:xfrm>
          <a:off x="925732" y="1556354"/>
          <a:ext cx="10340535" cy="4880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7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3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0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3240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</a:rPr>
                        <a:t>2026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年</a:t>
                      </a:r>
                      <a:endParaRPr lang="en-US" altLang="zh-CN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销售额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sym typeface="+mn-ea"/>
                        </a:rPr>
                        <a:t>2026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sym typeface="+mn-ea"/>
                        </a:rPr>
                        <a:t>年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en-US" altLang="zh-CN" sz="1800" dirty="0">
                          <a:solidFill>
                            <a:schemeClr val="bg1"/>
                          </a:solidFill>
                          <a:sym typeface="+mn-ea"/>
                        </a:rPr>
                        <a:t>1-3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sym typeface="+mn-ea"/>
                        </a:rPr>
                        <a:t>月销售额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年</a:t>
                      </a:r>
                      <a:endParaRPr lang="en-US" altLang="zh-CN" b="1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销售额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20">
                <a:tc gridSpan="7"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254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改善指标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当前数值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改善目标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25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合作家装公司总数量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25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家装公司活跃率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25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家装公司平均订单数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25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平均客单价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2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sosceles Triangle 296"/>
          <p:cNvSpPr/>
          <p:nvPr/>
        </p:nvSpPr>
        <p:spPr bwMode="auto">
          <a:xfrm>
            <a:off x="2503075" y="3712507"/>
            <a:ext cx="7185850" cy="2178199"/>
          </a:xfrm>
          <a:prstGeom prst="triangle">
            <a:avLst>
              <a:gd name="adj" fmla="val 50447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bg1">
                  <a:alpha val="30000"/>
                </a:schemeClr>
              </a:gs>
            </a:gsLst>
            <a:lin ang="6000000" scaled="1"/>
          </a:gra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91440" numCol="1" rtlCol="0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 descr="b_5d09b38589407"/>
          <p:cNvPicPr>
            <a:picLocks noChangeAspect="1"/>
          </p:cNvPicPr>
          <p:nvPr/>
        </p:nvPicPr>
        <p:blipFill rotWithShape="1">
          <a:blip r:embed="rId2"/>
          <a:srcRect t="-1" b="36530"/>
          <a:stretch>
            <a:fillRect/>
          </a:stretch>
        </p:blipFill>
        <p:spPr>
          <a:xfrm>
            <a:off x="1058708" y="4351704"/>
            <a:ext cx="10074584" cy="2414856"/>
          </a:xfrm>
          <a:prstGeom prst="rect">
            <a:avLst/>
          </a:prstGeom>
        </p:spPr>
      </p:pic>
      <p:sp>
        <p:nvSpPr>
          <p:cNvPr id="23" name="任意多边形 21"/>
          <p:cNvSpPr/>
          <p:nvPr/>
        </p:nvSpPr>
        <p:spPr>
          <a:xfrm>
            <a:off x="1608900" y="3562655"/>
            <a:ext cx="8974200" cy="1025705"/>
          </a:xfrm>
          <a:custGeom>
            <a:avLst/>
            <a:gdLst>
              <a:gd name="connsiteX0" fmla="*/ 2 w 13039"/>
              <a:gd name="connsiteY0" fmla="*/ 30 h 1528"/>
              <a:gd name="connsiteX1" fmla="*/ 13039 w 13039"/>
              <a:gd name="connsiteY1" fmla="*/ 0 h 1528"/>
              <a:gd name="connsiteX2" fmla="*/ 13028 w 13039"/>
              <a:gd name="connsiteY2" fmla="*/ 679 h 1528"/>
              <a:gd name="connsiteX3" fmla="*/ 13029 w 13039"/>
              <a:gd name="connsiteY3" fmla="*/ 690 h 1528"/>
              <a:gd name="connsiteX4" fmla="*/ 13027 w 13039"/>
              <a:gd name="connsiteY4" fmla="*/ 711 h 1528"/>
              <a:gd name="connsiteX5" fmla="*/ 13020 w 13039"/>
              <a:gd name="connsiteY5" fmla="*/ 733 h 1528"/>
              <a:gd name="connsiteX6" fmla="*/ 13009 w 13039"/>
              <a:gd name="connsiteY6" fmla="*/ 755 h 1528"/>
              <a:gd name="connsiteX7" fmla="*/ 6515 w 13039"/>
              <a:gd name="connsiteY7" fmla="*/ 1528 h 1528"/>
              <a:gd name="connsiteX8" fmla="*/ 20 w 13039"/>
              <a:gd name="connsiteY8" fmla="*/ 755 h 1528"/>
              <a:gd name="connsiteX9" fmla="*/ 9 w 13039"/>
              <a:gd name="connsiteY9" fmla="*/ 733 h 1528"/>
              <a:gd name="connsiteX10" fmla="*/ 2 w 13039"/>
              <a:gd name="connsiteY10" fmla="*/ 711 h 1528"/>
              <a:gd name="connsiteX11" fmla="*/ 0 w 13039"/>
              <a:gd name="connsiteY11" fmla="*/ 690 h 1528"/>
              <a:gd name="connsiteX12" fmla="*/ 1 w 13039"/>
              <a:gd name="connsiteY12" fmla="*/ 680 h 1528"/>
              <a:gd name="connsiteX13" fmla="*/ 0 w 13039"/>
              <a:gd name="connsiteY13" fmla="*/ 680 h 1528"/>
              <a:gd name="connsiteX14" fmla="*/ 2 w 13039"/>
              <a:gd name="connsiteY14" fmla="*/ 30 h 1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9" h="1528">
                <a:moveTo>
                  <a:pt x="2" y="30"/>
                </a:moveTo>
                <a:lnTo>
                  <a:pt x="13039" y="0"/>
                </a:lnTo>
                <a:lnTo>
                  <a:pt x="13028" y="679"/>
                </a:lnTo>
                <a:lnTo>
                  <a:pt x="13029" y="690"/>
                </a:lnTo>
                <a:lnTo>
                  <a:pt x="13027" y="711"/>
                </a:lnTo>
                <a:lnTo>
                  <a:pt x="13020" y="733"/>
                </a:lnTo>
                <a:lnTo>
                  <a:pt x="13009" y="755"/>
                </a:lnTo>
                <a:cubicBezTo>
                  <a:pt x="12857" y="1195"/>
                  <a:pt x="9621" y="1539"/>
                  <a:pt x="6515" y="1528"/>
                </a:cubicBezTo>
                <a:cubicBezTo>
                  <a:pt x="3038" y="1542"/>
                  <a:pt x="172" y="1148"/>
                  <a:pt x="20" y="755"/>
                </a:cubicBezTo>
                <a:lnTo>
                  <a:pt x="9" y="733"/>
                </a:lnTo>
                <a:lnTo>
                  <a:pt x="2" y="711"/>
                </a:lnTo>
                <a:lnTo>
                  <a:pt x="0" y="690"/>
                </a:lnTo>
                <a:lnTo>
                  <a:pt x="1" y="680"/>
                </a:lnTo>
                <a:lnTo>
                  <a:pt x="0" y="680"/>
                </a:lnTo>
                <a:lnTo>
                  <a:pt x="2" y="30"/>
                </a:lnTo>
                <a:close/>
              </a:path>
            </a:pathLst>
          </a:custGeom>
          <a:gradFill>
            <a:gsLst>
              <a:gs pos="43000">
                <a:schemeClr val="accent1">
                  <a:lumMod val="40000"/>
                  <a:lumOff val="60000"/>
                </a:schemeClr>
              </a:gs>
              <a:gs pos="0">
                <a:schemeClr val="bg1">
                  <a:lumMod val="95000"/>
                </a:schemeClr>
              </a:gs>
              <a:gs pos="100000">
                <a:srgbClr val="C00000">
                  <a:alpha val="56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608900" y="2949499"/>
            <a:ext cx="8974200" cy="1211816"/>
          </a:xfrm>
          <a:prstGeom prst="ellipse">
            <a:avLst/>
          </a:prstGeom>
          <a:gradFill>
            <a:gsLst>
              <a:gs pos="0">
                <a:schemeClr val="bg1"/>
              </a:gs>
              <a:gs pos="72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 34"/>
          <p:cNvSpPr/>
          <p:nvPr/>
        </p:nvSpPr>
        <p:spPr>
          <a:xfrm>
            <a:off x="2182070" y="1551898"/>
            <a:ext cx="3812330" cy="2269805"/>
          </a:xfrm>
          <a:custGeom>
            <a:avLst/>
            <a:gdLst>
              <a:gd name="connsiteX0" fmla="*/ 0 w 1504"/>
              <a:gd name="connsiteY0" fmla="*/ 24 h 921"/>
              <a:gd name="connsiteX1" fmla="*/ 1490 w 1504"/>
              <a:gd name="connsiteY1" fmla="*/ 0 h 921"/>
              <a:gd name="connsiteX2" fmla="*/ 1504 w 1504"/>
              <a:gd name="connsiteY2" fmla="*/ 748 h 921"/>
              <a:gd name="connsiteX3" fmla="*/ 1504 w 1504"/>
              <a:gd name="connsiteY3" fmla="*/ 751 h 921"/>
              <a:gd name="connsiteX4" fmla="*/ 1504 w 1504"/>
              <a:gd name="connsiteY4" fmla="*/ 755 h 921"/>
              <a:gd name="connsiteX5" fmla="*/ 1503 w 1504"/>
              <a:gd name="connsiteY5" fmla="*/ 759 h 921"/>
              <a:gd name="connsiteX6" fmla="*/ 1502 w 1504"/>
              <a:gd name="connsiteY6" fmla="*/ 764 h 921"/>
              <a:gd name="connsiteX7" fmla="*/ 755 w 1504"/>
              <a:gd name="connsiteY7" fmla="*/ 921 h 921"/>
              <a:gd name="connsiteX8" fmla="*/ 8 w 1504"/>
              <a:gd name="connsiteY8" fmla="*/ 764 h 921"/>
              <a:gd name="connsiteX9" fmla="*/ 7 w 1504"/>
              <a:gd name="connsiteY9" fmla="*/ 759 h 921"/>
              <a:gd name="connsiteX10" fmla="*/ 6 w 1504"/>
              <a:gd name="connsiteY10" fmla="*/ 755 h 921"/>
              <a:gd name="connsiteX11" fmla="*/ 6 w 1504"/>
              <a:gd name="connsiteY11" fmla="*/ 751 h 921"/>
              <a:gd name="connsiteX12" fmla="*/ 6 w 1504"/>
              <a:gd name="connsiteY12" fmla="*/ 749 h 921"/>
              <a:gd name="connsiteX13" fmla="*/ 6 w 1504"/>
              <a:gd name="connsiteY13" fmla="*/ 749 h 921"/>
              <a:gd name="connsiteX14" fmla="*/ 0 w 1504"/>
              <a:gd name="connsiteY14" fmla="*/ 24 h 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04" h="921">
                <a:moveTo>
                  <a:pt x="0" y="24"/>
                </a:moveTo>
                <a:lnTo>
                  <a:pt x="1490" y="0"/>
                </a:lnTo>
                <a:lnTo>
                  <a:pt x="1504" y="748"/>
                </a:lnTo>
                <a:lnTo>
                  <a:pt x="1504" y="751"/>
                </a:lnTo>
                <a:lnTo>
                  <a:pt x="1504" y="755"/>
                </a:lnTo>
                <a:lnTo>
                  <a:pt x="1503" y="759"/>
                </a:lnTo>
                <a:lnTo>
                  <a:pt x="1502" y="764"/>
                </a:lnTo>
                <a:cubicBezTo>
                  <a:pt x="1484" y="853"/>
                  <a:pt x="1113" y="924"/>
                  <a:pt x="755" y="921"/>
                </a:cubicBezTo>
                <a:cubicBezTo>
                  <a:pt x="355" y="924"/>
                  <a:pt x="26" y="843"/>
                  <a:pt x="8" y="764"/>
                </a:cubicBezTo>
                <a:lnTo>
                  <a:pt x="7" y="759"/>
                </a:lnTo>
                <a:lnTo>
                  <a:pt x="6" y="755"/>
                </a:lnTo>
                <a:lnTo>
                  <a:pt x="6" y="751"/>
                </a:lnTo>
                <a:lnTo>
                  <a:pt x="6" y="749"/>
                </a:lnTo>
                <a:lnTo>
                  <a:pt x="6" y="749"/>
                </a:lnTo>
                <a:lnTo>
                  <a:pt x="0" y="24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任意多边形 34"/>
          <p:cNvSpPr/>
          <p:nvPr/>
        </p:nvSpPr>
        <p:spPr>
          <a:xfrm>
            <a:off x="7348612" y="1551898"/>
            <a:ext cx="2753715" cy="2269805"/>
          </a:xfrm>
          <a:custGeom>
            <a:avLst/>
            <a:gdLst>
              <a:gd name="connsiteX0" fmla="*/ 0 w 1504"/>
              <a:gd name="connsiteY0" fmla="*/ 24 h 921"/>
              <a:gd name="connsiteX1" fmla="*/ 1490 w 1504"/>
              <a:gd name="connsiteY1" fmla="*/ 0 h 921"/>
              <a:gd name="connsiteX2" fmla="*/ 1504 w 1504"/>
              <a:gd name="connsiteY2" fmla="*/ 748 h 921"/>
              <a:gd name="connsiteX3" fmla="*/ 1504 w 1504"/>
              <a:gd name="connsiteY3" fmla="*/ 751 h 921"/>
              <a:gd name="connsiteX4" fmla="*/ 1504 w 1504"/>
              <a:gd name="connsiteY4" fmla="*/ 755 h 921"/>
              <a:gd name="connsiteX5" fmla="*/ 1503 w 1504"/>
              <a:gd name="connsiteY5" fmla="*/ 759 h 921"/>
              <a:gd name="connsiteX6" fmla="*/ 1502 w 1504"/>
              <a:gd name="connsiteY6" fmla="*/ 764 h 921"/>
              <a:gd name="connsiteX7" fmla="*/ 755 w 1504"/>
              <a:gd name="connsiteY7" fmla="*/ 921 h 921"/>
              <a:gd name="connsiteX8" fmla="*/ 8 w 1504"/>
              <a:gd name="connsiteY8" fmla="*/ 764 h 921"/>
              <a:gd name="connsiteX9" fmla="*/ 7 w 1504"/>
              <a:gd name="connsiteY9" fmla="*/ 759 h 921"/>
              <a:gd name="connsiteX10" fmla="*/ 6 w 1504"/>
              <a:gd name="connsiteY10" fmla="*/ 755 h 921"/>
              <a:gd name="connsiteX11" fmla="*/ 6 w 1504"/>
              <a:gd name="connsiteY11" fmla="*/ 751 h 921"/>
              <a:gd name="connsiteX12" fmla="*/ 6 w 1504"/>
              <a:gd name="connsiteY12" fmla="*/ 749 h 921"/>
              <a:gd name="connsiteX13" fmla="*/ 6 w 1504"/>
              <a:gd name="connsiteY13" fmla="*/ 749 h 921"/>
              <a:gd name="connsiteX14" fmla="*/ 0 w 1504"/>
              <a:gd name="connsiteY14" fmla="*/ 24 h 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04" h="921">
                <a:moveTo>
                  <a:pt x="0" y="24"/>
                </a:moveTo>
                <a:lnTo>
                  <a:pt x="1490" y="0"/>
                </a:lnTo>
                <a:lnTo>
                  <a:pt x="1504" y="748"/>
                </a:lnTo>
                <a:lnTo>
                  <a:pt x="1504" y="751"/>
                </a:lnTo>
                <a:lnTo>
                  <a:pt x="1504" y="755"/>
                </a:lnTo>
                <a:lnTo>
                  <a:pt x="1503" y="759"/>
                </a:lnTo>
                <a:lnTo>
                  <a:pt x="1502" y="764"/>
                </a:lnTo>
                <a:cubicBezTo>
                  <a:pt x="1484" y="853"/>
                  <a:pt x="1113" y="924"/>
                  <a:pt x="755" y="921"/>
                </a:cubicBezTo>
                <a:cubicBezTo>
                  <a:pt x="355" y="924"/>
                  <a:pt x="26" y="843"/>
                  <a:pt x="8" y="764"/>
                </a:cubicBezTo>
                <a:lnTo>
                  <a:pt x="7" y="759"/>
                </a:lnTo>
                <a:lnTo>
                  <a:pt x="6" y="755"/>
                </a:lnTo>
                <a:lnTo>
                  <a:pt x="6" y="751"/>
                </a:lnTo>
                <a:lnTo>
                  <a:pt x="6" y="749"/>
                </a:lnTo>
                <a:lnTo>
                  <a:pt x="6" y="749"/>
                </a:lnTo>
                <a:lnTo>
                  <a:pt x="0" y="24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家装公司攻克整图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543263" y="2032319"/>
            <a:ext cx="1210589" cy="499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客户画像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457293" y="107802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策略层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094527" y="107802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/>
              <a:t>执行层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2543263" y="2840875"/>
            <a:ext cx="1210588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客户结构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4457851" y="2237946"/>
            <a:ext cx="1210588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客户策略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506192" y="2826797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一客一策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825223" y="230306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客户攻克路线图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825223" y="295863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客户维护路线图</a:t>
            </a:r>
          </a:p>
        </p:txBody>
      </p:sp>
      <p:sp>
        <p:nvSpPr>
          <p:cNvPr id="44" name="右大括号 43"/>
          <p:cNvSpPr/>
          <p:nvPr/>
        </p:nvSpPr>
        <p:spPr>
          <a:xfrm>
            <a:off x="4015284" y="2138244"/>
            <a:ext cx="193183" cy="12221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5618948" y="4095660"/>
            <a:ext cx="954107" cy="499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客户池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224289" y="5569766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家装圈营销，陌生拜访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93730" y="4764133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源源不断的客户源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6468362" y="2678315"/>
            <a:ext cx="539637" cy="435316"/>
            <a:chOff x="2895331" y="2537408"/>
            <a:chExt cx="481131" cy="478010"/>
          </a:xfrm>
        </p:grpSpPr>
        <p:sp>
          <p:nvSpPr>
            <p:cNvPr id="19" name="箭头: V 形 8"/>
            <p:cNvSpPr/>
            <p:nvPr/>
          </p:nvSpPr>
          <p:spPr>
            <a:xfrm>
              <a:off x="2895331" y="2537408"/>
              <a:ext cx="293004" cy="478010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0" name="箭头: V 形 79"/>
            <p:cNvSpPr/>
            <p:nvPr/>
          </p:nvSpPr>
          <p:spPr>
            <a:xfrm>
              <a:off x="3083458" y="2537408"/>
              <a:ext cx="293004" cy="478010"/>
            </a:xfrm>
            <a:prstGeom prst="chevron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3123804" y="1194482"/>
            <a:ext cx="3088106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拟定可合作的客户画像</a:t>
            </a:r>
            <a:endParaRPr kumimoji="1" 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左中括号 10"/>
          <p:cNvSpPr/>
          <p:nvPr/>
        </p:nvSpPr>
        <p:spPr>
          <a:xfrm flipH="1">
            <a:off x="7882902" y="2112695"/>
            <a:ext cx="45719" cy="3958054"/>
          </a:xfrm>
          <a:prstGeom prst="leftBracket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662421" y="2552135"/>
            <a:ext cx="1420816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账期短</a:t>
            </a:r>
            <a:endParaRPr kumimoji="1" 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2310794" y="2552135"/>
            <a:ext cx="259293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决策链简单直接</a:t>
            </a:r>
            <a:endParaRPr kumimoji="1" 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4905823" y="2552135"/>
            <a:ext cx="171695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话事人少</a:t>
            </a:r>
            <a:endParaRPr kumimoji="1" 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: 圆角 105"/>
          <p:cNvSpPr/>
          <p:nvPr/>
        </p:nvSpPr>
        <p:spPr>
          <a:xfrm>
            <a:off x="799462" y="1114512"/>
            <a:ext cx="2111164" cy="56005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b="1" dirty="0"/>
              <a:t>客户画像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98556" y="3134830"/>
            <a:ext cx="7565877" cy="245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客户情况梳理</a:t>
            </a:r>
            <a:endParaRPr kumimoji="1"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资质和资历：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资质证书、注册资金、营业执照、相关资质证明，在当地经营的时间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信誉和口碑：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在当地市场的影响力，客诉情况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市场定位：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低中高端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经营情况：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每月的订单数，客单价，客源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施工习惯：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工期，施工质量和标准，装修风格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已有的合作方：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使用的材料，其他板块的施工团队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98556" y="5839916"/>
            <a:ext cx="67283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合作后客户拖账期 </a:t>
            </a:r>
            <a:r>
              <a:rPr kumimoji="1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 </a:t>
            </a: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做风险性坏账准备</a:t>
            </a:r>
            <a:endParaRPr kumimoji="1"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>
            <a:grpSpLocks noChangeAspect="1"/>
          </p:cNvGrpSpPr>
          <p:nvPr/>
        </p:nvGrpSpPr>
        <p:grpSpPr>
          <a:xfrm>
            <a:off x="8632469" y="2751920"/>
            <a:ext cx="2921265" cy="2763025"/>
            <a:chOff x="6353498" y="3159271"/>
            <a:chExt cx="2019557" cy="1910161"/>
          </a:xfrm>
        </p:grpSpPr>
        <p:grpSp>
          <p:nvGrpSpPr>
            <p:cNvPr id="22" name="图形 2"/>
            <p:cNvGrpSpPr/>
            <p:nvPr/>
          </p:nvGrpSpPr>
          <p:grpSpPr>
            <a:xfrm>
              <a:off x="6353498" y="3159271"/>
              <a:ext cx="1982960" cy="633025"/>
              <a:chOff x="4044638" y="2942101"/>
              <a:chExt cx="1982960" cy="633025"/>
            </a:xfrm>
          </p:grpSpPr>
          <p:sp>
            <p:nvSpPr>
              <p:cNvPr id="37" name="任意多边形: 形状 2"/>
              <p:cNvSpPr/>
              <p:nvPr/>
            </p:nvSpPr>
            <p:spPr>
              <a:xfrm>
                <a:off x="5625443" y="3006567"/>
                <a:ext cx="172560" cy="279283"/>
              </a:xfrm>
              <a:custGeom>
                <a:avLst/>
                <a:gdLst>
                  <a:gd name="connsiteX0" fmla="*/ 6917 w 172560"/>
                  <a:gd name="connsiteY0" fmla="*/ 55396 h 279283"/>
                  <a:gd name="connsiteX1" fmla="*/ 120065 w 172560"/>
                  <a:gd name="connsiteY1" fmla="*/ 28355 h 279283"/>
                  <a:gd name="connsiteX2" fmla="*/ 165642 w 172560"/>
                  <a:gd name="connsiteY2" fmla="*/ 223951 h 279283"/>
                  <a:gd name="connsiteX3" fmla="*/ 52495 w 172560"/>
                  <a:gd name="connsiteY3" fmla="*/ 250992 h 279283"/>
                  <a:gd name="connsiteX4" fmla="*/ 6917 w 172560"/>
                  <a:gd name="connsiteY4" fmla="*/ 55396 h 279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560" h="279283">
                    <a:moveTo>
                      <a:pt x="6917" y="55396"/>
                    </a:moveTo>
                    <a:cubicBezTo>
                      <a:pt x="25596" y="-6154"/>
                      <a:pt x="76184" y="-18242"/>
                      <a:pt x="120065" y="28355"/>
                    </a:cubicBezTo>
                    <a:cubicBezTo>
                      <a:pt x="163871" y="74875"/>
                      <a:pt x="184321" y="162400"/>
                      <a:pt x="165642" y="223951"/>
                    </a:cubicBezTo>
                    <a:cubicBezTo>
                      <a:pt x="146993" y="285397"/>
                      <a:pt x="96300" y="297512"/>
                      <a:pt x="52495" y="250992"/>
                    </a:cubicBezTo>
                    <a:cubicBezTo>
                      <a:pt x="8613" y="204386"/>
                      <a:pt x="-11732" y="116842"/>
                      <a:pt x="6917" y="553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"/>
              <p:cNvSpPr/>
              <p:nvPr/>
            </p:nvSpPr>
            <p:spPr>
              <a:xfrm>
                <a:off x="4044648" y="3298859"/>
                <a:ext cx="412089" cy="276043"/>
              </a:xfrm>
              <a:custGeom>
                <a:avLst/>
                <a:gdLst>
                  <a:gd name="connsiteX0" fmla="*/ 357940 w 412089"/>
                  <a:gd name="connsiteY0" fmla="*/ 0 h 276043"/>
                  <a:gd name="connsiteX1" fmla="*/ 0 w 412089"/>
                  <a:gd name="connsiteY1" fmla="*/ 246917 h 276043"/>
                  <a:gd name="connsiteX2" fmla="*/ 412089 w 412089"/>
                  <a:gd name="connsiteY2" fmla="*/ 276044 h 276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2089" h="276043">
                    <a:moveTo>
                      <a:pt x="357940" y="0"/>
                    </a:moveTo>
                    <a:lnTo>
                      <a:pt x="0" y="246917"/>
                    </a:lnTo>
                    <a:lnTo>
                      <a:pt x="412089" y="276044"/>
                    </a:lnTo>
                    <a:close/>
                  </a:path>
                </a:pathLst>
              </a:custGeom>
              <a:solidFill>
                <a:srgbClr val="FFBF8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4"/>
              <p:cNvSpPr/>
              <p:nvPr/>
            </p:nvSpPr>
            <p:spPr>
              <a:xfrm>
                <a:off x="4354243" y="3007794"/>
                <a:ext cx="1389302" cy="567332"/>
              </a:xfrm>
              <a:custGeom>
                <a:avLst/>
                <a:gdLst>
                  <a:gd name="connsiteX0" fmla="*/ 1309912 w 1389302"/>
                  <a:gd name="connsiteY0" fmla="*/ 232601 h 567332"/>
                  <a:gd name="connsiteX1" fmla="*/ 1305407 w 1389302"/>
                  <a:gd name="connsiteY1" fmla="*/ 225762 h 567332"/>
                  <a:gd name="connsiteX2" fmla="*/ 1302444 w 1389302"/>
                  <a:gd name="connsiteY2" fmla="*/ 221018 h 567332"/>
                  <a:gd name="connsiteX3" fmla="*/ 1299844 w 1389302"/>
                  <a:gd name="connsiteY3" fmla="*/ 216398 h 567332"/>
                  <a:gd name="connsiteX4" fmla="*/ 1296329 w 1389302"/>
                  <a:gd name="connsiteY4" fmla="*/ 209836 h 567332"/>
                  <a:gd name="connsiteX5" fmla="*/ 1294414 w 1389302"/>
                  <a:gd name="connsiteY5" fmla="*/ 205940 h 567332"/>
                  <a:gd name="connsiteX6" fmla="*/ 1290881 w 1389302"/>
                  <a:gd name="connsiteY6" fmla="*/ 198215 h 567332"/>
                  <a:gd name="connsiteX7" fmla="*/ 1289471 w 1389302"/>
                  <a:gd name="connsiteY7" fmla="*/ 194958 h 567332"/>
                  <a:gd name="connsiteX8" fmla="*/ 1285175 w 1389302"/>
                  <a:gd name="connsiteY8" fmla="*/ 183852 h 567332"/>
                  <a:gd name="connsiteX9" fmla="*/ 1284718 w 1389302"/>
                  <a:gd name="connsiteY9" fmla="*/ 182480 h 567332"/>
                  <a:gd name="connsiteX10" fmla="*/ 1281423 w 1389302"/>
                  <a:gd name="connsiteY10" fmla="*/ 172260 h 567332"/>
                  <a:gd name="connsiteX11" fmla="*/ 1280470 w 1389302"/>
                  <a:gd name="connsiteY11" fmla="*/ 169002 h 567332"/>
                  <a:gd name="connsiteX12" fmla="*/ 1277851 w 1389302"/>
                  <a:gd name="connsiteY12" fmla="*/ 159001 h 567332"/>
                  <a:gd name="connsiteX13" fmla="*/ 1277374 w 1389302"/>
                  <a:gd name="connsiteY13" fmla="*/ 157106 h 567332"/>
                  <a:gd name="connsiteX14" fmla="*/ 1274955 w 1389302"/>
                  <a:gd name="connsiteY14" fmla="*/ 145237 h 567332"/>
                  <a:gd name="connsiteX15" fmla="*/ 1274384 w 1389302"/>
                  <a:gd name="connsiteY15" fmla="*/ 141751 h 567332"/>
                  <a:gd name="connsiteX16" fmla="*/ 1273117 w 1389302"/>
                  <a:gd name="connsiteY16" fmla="*/ 133122 h 567332"/>
                  <a:gd name="connsiteX17" fmla="*/ 1272564 w 1389302"/>
                  <a:gd name="connsiteY17" fmla="*/ 128435 h 567332"/>
                  <a:gd name="connsiteX18" fmla="*/ 1271916 w 1389302"/>
                  <a:gd name="connsiteY18" fmla="*/ 121091 h 567332"/>
                  <a:gd name="connsiteX19" fmla="*/ 1271516 w 1389302"/>
                  <a:gd name="connsiteY19" fmla="*/ 114948 h 567332"/>
                  <a:gd name="connsiteX20" fmla="*/ 1271345 w 1389302"/>
                  <a:gd name="connsiteY20" fmla="*/ 109157 h 567332"/>
                  <a:gd name="connsiteX21" fmla="*/ 1271355 w 1389302"/>
                  <a:gd name="connsiteY21" fmla="*/ 99355 h 567332"/>
                  <a:gd name="connsiteX22" fmla="*/ 1271516 w 1389302"/>
                  <a:gd name="connsiteY22" fmla="*/ 94622 h 567332"/>
                  <a:gd name="connsiteX23" fmla="*/ 1273345 w 1389302"/>
                  <a:gd name="connsiteY23" fmla="*/ 75848 h 567332"/>
                  <a:gd name="connsiteX24" fmla="*/ 1273907 w 1389302"/>
                  <a:gd name="connsiteY24" fmla="*/ 72647 h 567332"/>
                  <a:gd name="connsiteX25" fmla="*/ 1278117 w 1389302"/>
                  <a:gd name="connsiteY25" fmla="*/ 54159 h 567332"/>
                  <a:gd name="connsiteX26" fmla="*/ 1283070 w 1389302"/>
                  <a:gd name="connsiteY26" fmla="*/ 40862 h 567332"/>
                  <a:gd name="connsiteX27" fmla="*/ 1284861 w 1389302"/>
                  <a:gd name="connsiteY27" fmla="*/ 37024 h 567332"/>
                  <a:gd name="connsiteX28" fmla="*/ 1288385 w 1389302"/>
                  <a:gd name="connsiteY28" fmla="*/ 30356 h 567332"/>
                  <a:gd name="connsiteX29" fmla="*/ 1290785 w 1389302"/>
                  <a:gd name="connsiteY29" fmla="*/ 26403 h 567332"/>
                  <a:gd name="connsiteX30" fmla="*/ 1293205 w 1389302"/>
                  <a:gd name="connsiteY30" fmla="*/ 22927 h 567332"/>
                  <a:gd name="connsiteX31" fmla="*/ 1296529 w 1389302"/>
                  <a:gd name="connsiteY31" fmla="*/ 18688 h 567332"/>
                  <a:gd name="connsiteX32" fmla="*/ 1298529 w 1389302"/>
                  <a:gd name="connsiteY32" fmla="*/ 16393 h 567332"/>
                  <a:gd name="connsiteX33" fmla="*/ 1303130 w 1389302"/>
                  <a:gd name="connsiteY33" fmla="*/ 11906 h 567332"/>
                  <a:gd name="connsiteX34" fmla="*/ 1304244 w 1389302"/>
                  <a:gd name="connsiteY34" fmla="*/ 10878 h 567332"/>
                  <a:gd name="connsiteX35" fmla="*/ 1310312 w 1389302"/>
                  <a:gd name="connsiteY35" fmla="*/ 6477 h 567332"/>
                  <a:gd name="connsiteX36" fmla="*/ 1311874 w 1389302"/>
                  <a:gd name="connsiteY36" fmla="*/ 5572 h 567332"/>
                  <a:gd name="connsiteX37" fmla="*/ 1317018 w 1389302"/>
                  <a:gd name="connsiteY37" fmla="*/ 2943 h 567332"/>
                  <a:gd name="connsiteX38" fmla="*/ 1318665 w 1389302"/>
                  <a:gd name="connsiteY38" fmla="*/ 2219 h 567332"/>
                  <a:gd name="connsiteX39" fmla="*/ 1325628 w 1389302"/>
                  <a:gd name="connsiteY39" fmla="*/ 0 h 567332"/>
                  <a:gd name="connsiteX40" fmla="*/ 54336 w 1389302"/>
                  <a:gd name="connsiteY40" fmla="*/ 289274 h 567332"/>
                  <a:gd name="connsiteX41" fmla="*/ 53717 w 1389302"/>
                  <a:gd name="connsiteY41" fmla="*/ 289417 h 567332"/>
                  <a:gd name="connsiteX42" fmla="*/ 48344 w 1389302"/>
                  <a:gd name="connsiteY42" fmla="*/ 291065 h 567332"/>
                  <a:gd name="connsiteX43" fmla="*/ 47363 w 1389302"/>
                  <a:gd name="connsiteY43" fmla="*/ 291494 h 567332"/>
                  <a:gd name="connsiteX44" fmla="*/ 45715 w 1389302"/>
                  <a:gd name="connsiteY44" fmla="*/ 292218 h 567332"/>
                  <a:gd name="connsiteX45" fmla="*/ 43182 w 1389302"/>
                  <a:gd name="connsiteY45" fmla="*/ 293332 h 567332"/>
                  <a:gd name="connsiteX46" fmla="*/ 40572 w 1389302"/>
                  <a:gd name="connsiteY46" fmla="*/ 294847 h 567332"/>
                  <a:gd name="connsiteX47" fmla="*/ 39010 w 1389302"/>
                  <a:gd name="connsiteY47" fmla="*/ 295751 h 567332"/>
                  <a:gd name="connsiteX48" fmla="*/ 38172 w 1389302"/>
                  <a:gd name="connsiteY48" fmla="*/ 296237 h 567332"/>
                  <a:gd name="connsiteX49" fmla="*/ 33247 w 1389302"/>
                  <a:gd name="connsiteY49" fmla="*/ 299876 h 567332"/>
                  <a:gd name="connsiteX50" fmla="*/ 32942 w 1389302"/>
                  <a:gd name="connsiteY50" fmla="*/ 300152 h 567332"/>
                  <a:gd name="connsiteX51" fmla="*/ 31828 w 1389302"/>
                  <a:gd name="connsiteY51" fmla="*/ 301180 h 567332"/>
                  <a:gd name="connsiteX52" fmla="*/ 28351 w 1389302"/>
                  <a:gd name="connsiteY52" fmla="*/ 304390 h 567332"/>
                  <a:gd name="connsiteX53" fmla="*/ 27237 w 1389302"/>
                  <a:gd name="connsiteY53" fmla="*/ 305667 h 567332"/>
                  <a:gd name="connsiteX54" fmla="*/ 25227 w 1389302"/>
                  <a:gd name="connsiteY54" fmla="*/ 307962 h 567332"/>
                  <a:gd name="connsiteX55" fmla="*/ 23379 w 1389302"/>
                  <a:gd name="connsiteY55" fmla="*/ 310077 h 567332"/>
                  <a:gd name="connsiteX56" fmla="*/ 21903 w 1389302"/>
                  <a:gd name="connsiteY56" fmla="*/ 312201 h 567332"/>
                  <a:gd name="connsiteX57" fmla="*/ 19484 w 1389302"/>
                  <a:gd name="connsiteY57" fmla="*/ 315678 h 567332"/>
                  <a:gd name="connsiteX58" fmla="*/ 18198 w 1389302"/>
                  <a:gd name="connsiteY58" fmla="*/ 317525 h 567332"/>
                  <a:gd name="connsiteX59" fmla="*/ 17083 w 1389302"/>
                  <a:gd name="connsiteY59" fmla="*/ 319640 h 567332"/>
                  <a:gd name="connsiteX60" fmla="*/ 13559 w 1389302"/>
                  <a:gd name="connsiteY60" fmla="*/ 326307 h 567332"/>
                  <a:gd name="connsiteX61" fmla="*/ 12331 w 1389302"/>
                  <a:gd name="connsiteY61" fmla="*/ 328632 h 567332"/>
                  <a:gd name="connsiteX62" fmla="*/ 11768 w 1389302"/>
                  <a:gd name="connsiteY62" fmla="*/ 330146 h 567332"/>
                  <a:gd name="connsiteX63" fmla="*/ 6815 w 1389302"/>
                  <a:gd name="connsiteY63" fmla="*/ 343443 h 567332"/>
                  <a:gd name="connsiteX64" fmla="*/ 2605 w 1389302"/>
                  <a:gd name="connsiteY64" fmla="*/ 361931 h 567332"/>
                  <a:gd name="connsiteX65" fmla="*/ 2043 w 1389302"/>
                  <a:gd name="connsiteY65" fmla="*/ 365132 h 567332"/>
                  <a:gd name="connsiteX66" fmla="*/ 215 w 1389302"/>
                  <a:gd name="connsiteY66" fmla="*/ 383905 h 567332"/>
                  <a:gd name="connsiteX67" fmla="*/ 62 w 1389302"/>
                  <a:gd name="connsiteY67" fmla="*/ 385496 h 567332"/>
                  <a:gd name="connsiteX68" fmla="*/ 62 w 1389302"/>
                  <a:gd name="connsiteY68" fmla="*/ 388629 h 567332"/>
                  <a:gd name="connsiteX69" fmla="*/ 53 w 1389302"/>
                  <a:gd name="connsiteY69" fmla="*/ 398450 h 567332"/>
                  <a:gd name="connsiteX70" fmla="*/ 53 w 1389302"/>
                  <a:gd name="connsiteY70" fmla="*/ 401584 h 567332"/>
                  <a:gd name="connsiteX71" fmla="*/ 224 w 1389302"/>
                  <a:gd name="connsiteY71" fmla="*/ 404213 h 567332"/>
                  <a:gd name="connsiteX72" fmla="*/ 624 w 1389302"/>
                  <a:gd name="connsiteY72" fmla="*/ 410385 h 567332"/>
                  <a:gd name="connsiteX73" fmla="*/ 891 w 1389302"/>
                  <a:gd name="connsiteY73" fmla="*/ 414442 h 567332"/>
                  <a:gd name="connsiteX74" fmla="*/ 1272 w 1389302"/>
                  <a:gd name="connsiteY74" fmla="*/ 417719 h 567332"/>
                  <a:gd name="connsiteX75" fmla="*/ 1824 w 1389302"/>
                  <a:gd name="connsiteY75" fmla="*/ 422405 h 567332"/>
                  <a:gd name="connsiteX76" fmla="*/ 2205 w 1389302"/>
                  <a:gd name="connsiteY76" fmla="*/ 425653 h 567332"/>
                  <a:gd name="connsiteX77" fmla="*/ 3082 w 1389302"/>
                  <a:gd name="connsiteY77" fmla="*/ 431035 h 567332"/>
                  <a:gd name="connsiteX78" fmla="*/ 3653 w 1389302"/>
                  <a:gd name="connsiteY78" fmla="*/ 434521 h 567332"/>
                  <a:gd name="connsiteX79" fmla="*/ 3891 w 1389302"/>
                  <a:gd name="connsiteY79" fmla="*/ 435998 h 567332"/>
                  <a:gd name="connsiteX80" fmla="*/ 5920 w 1389302"/>
                  <a:gd name="connsiteY80" fmla="*/ 445770 h 567332"/>
                  <a:gd name="connsiteX81" fmla="*/ 6072 w 1389302"/>
                  <a:gd name="connsiteY81" fmla="*/ 446389 h 567332"/>
                  <a:gd name="connsiteX82" fmla="*/ 6549 w 1389302"/>
                  <a:gd name="connsiteY82" fmla="*/ 448285 h 567332"/>
                  <a:gd name="connsiteX83" fmla="*/ 8273 w 1389302"/>
                  <a:gd name="connsiteY83" fmla="*/ 455190 h 567332"/>
                  <a:gd name="connsiteX84" fmla="*/ 9178 w 1389302"/>
                  <a:gd name="connsiteY84" fmla="*/ 458286 h 567332"/>
                  <a:gd name="connsiteX85" fmla="*/ 10130 w 1389302"/>
                  <a:gd name="connsiteY85" fmla="*/ 461543 h 567332"/>
                  <a:gd name="connsiteX86" fmla="*/ 10959 w 1389302"/>
                  <a:gd name="connsiteY86" fmla="*/ 464401 h 567332"/>
                  <a:gd name="connsiteX87" fmla="*/ 13426 w 1389302"/>
                  <a:gd name="connsiteY87" fmla="*/ 471764 h 567332"/>
                  <a:gd name="connsiteX88" fmla="*/ 13883 w 1389302"/>
                  <a:gd name="connsiteY88" fmla="*/ 473135 h 567332"/>
                  <a:gd name="connsiteX89" fmla="*/ 14007 w 1389302"/>
                  <a:gd name="connsiteY89" fmla="*/ 473516 h 567332"/>
                  <a:gd name="connsiteX90" fmla="*/ 17483 w 1389302"/>
                  <a:gd name="connsiteY90" fmla="*/ 482632 h 567332"/>
                  <a:gd name="connsiteX91" fmla="*/ 18179 w 1389302"/>
                  <a:gd name="connsiteY91" fmla="*/ 484242 h 567332"/>
                  <a:gd name="connsiteX92" fmla="*/ 19589 w 1389302"/>
                  <a:gd name="connsiteY92" fmla="*/ 487499 h 567332"/>
                  <a:gd name="connsiteX93" fmla="*/ 21493 w 1389302"/>
                  <a:gd name="connsiteY93" fmla="*/ 491909 h 567332"/>
                  <a:gd name="connsiteX94" fmla="*/ 23113 w 1389302"/>
                  <a:gd name="connsiteY94" fmla="*/ 495214 h 567332"/>
                  <a:gd name="connsiteX95" fmla="*/ 25037 w 1389302"/>
                  <a:gd name="connsiteY95" fmla="*/ 499129 h 567332"/>
                  <a:gd name="connsiteX96" fmla="*/ 26218 w 1389302"/>
                  <a:gd name="connsiteY96" fmla="*/ 501539 h 567332"/>
                  <a:gd name="connsiteX97" fmla="*/ 28542 w 1389302"/>
                  <a:gd name="connsiteY97" fmla="*/ 505673 h 567332"/>
                  <a:gd name="connsiteX98" fmla="*/ 31152 w 1389302"/>
                  <a:gd name="connsiteY98" fmla="*/ 510302 h 567332"/>
                  <a:gd name="connsiteX99" fmla="*/ 32057 w 1389302"/>
                  <a:gd name="connsiteY99" fmla="*/ 511912 h 567332"/>
                  <a:gd name="connsiteX100" fmla="*/ 34124 w 1389302"/>
                  <a:gd name="connsiteY100" fmla="*/ 515045 h 567332"/>
                  <a:gd name="connsiteX101" fmla="*/ 38610 w 1389302"/>
                  <a:gd name="connsiteY101" fmla="*/ 521865 h 567332"/>
                  <a:gd name="connsiteX102" fmla="*/ 39848 w 1389302"/>
                  <a:gd name="connsiteY102" fmla="*/ 523751 h 567332"/>
                  <a:gd name="connsiteX103" fmla="*/ 41153 w 1389302"/>
                  <a:gd name="connsiteY103" fmla="*/ 525342 h 567332"/>
                  <a:gd name="connsiteX104" fmla="*/ 52402 w 1389302"/>
                  <a:gd name="connsiteY104" fmla="*/ 539039 h 567332"/>
                  <a:gd name="connsiteX105" fmla="*/ 118010 w 1389302"/>
                  <a:gd name="connsiteY105" fmla="*/ 566099 h 567332"/>
                  <a:gd name="connsiteX106" fmla="*/ 1389303 w 1389302"/>
                  <a:gd name="connsiteY106" fmla="*/ 276825 h 567332"/>
                  <a:gd name="connsiteX107" fmla="*/ 1323694 w 1389302"/>
                  <a:gd name="connsiteY107" fmla="*/ 249765 h 567332"/>
                  <a:gd name="connsiteX108" fmla="*/ 1312436 w 1389302"/>
                  <a:gd name="connsiteY108" fmla="*/ 236058 h 567332"/>
                  <a:gd name="connsiteX109" fmla="*/ 1309912 w 1389302"/>
                  <a:gd name="connsiteY109" fmla="*/ 232601 h 567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</a:cxnLst>
                <a:rect l="l" t="t" r="r" b="b"/>
                <a:pathLst>
                  <a:path w="1389302" h="567332">
                    <a:moveTo>
                      <a:pt x="1309912" y="232601"/>
                    </a:moveTo>
                    <a:cubicBezTo>
                      <a:pt x="1308359" y="230381"/>
                      <a:pt x="1306873" y="228086"/>
                      <a:pt x="1305407" y="225762"/>
                    </a:cubicBezTo>
                    <a:cubicBezTo>
                      <a:pt x="1304416" y="224190"/>
                      <a:pt x="1303397" y="222638"/>
                      <a:pt x="1302444" y="221018"/>
                    </a:cubicBezTo>
                    <a:cubicBezTo>
                      <a:pt x="1301549" y="219504"/>
                      <a:pt x="1300701" y="217942"/>
                      <a:pt x="1299844" y="216398"/>
                    </a:cubicBezTo>
                    <a:cubicBezTo>
                      <a:pt x="1298644" y="214236"/>
                      <a:pt x="1297453" y="212065"/>
                      <a:pt x="1296329" y="209836"/>
                    </a:cubicBezTo>
                    <a:cubicBezTo>
                      <a:pt x="1295682" y="208550"/>
                      <a:pt x="1295043" y="207245"/>
                      <a:pt x="1294414" y="205940"/>
                    </a:cubicBezTo>
                    <a:cubicBezTo>
                      <a:pt x="1293195" y="203397"/>
                      <a:pt x="1292014" y="200825"/>
                      <a:pt x="1290881" y="198215"/>
                    </a:cubicBezTo>
                    <a:cubicBezTo>
                      <a:pt x="1290414" y="197130"/>
                      <a:pt x="1289928" y="196053"/>
                      <a:pt x="1289471" y="194958"/>
                    </a:cubicBezTo>
                    <a:cubicBezTo>
                      <a:pt x="1287957" y="191310"/>
                      <a:pt x="1286509" y="187614"/>
                      <a:pt x="1285175" y="183852"/>
                    </a:cubicBezTo>
                    <a:cubicBezTo>
                      <a:pt x="1285013" y="183404"/>
                      <a:pt x="1284871" y="182937"/>
                      <a:pt x="1284718" y="182480"/>
                    </a:cubicBezTo>
                    <a:cubicBezTo>
                      <a:pt x="1283546" y="179108"/>
                      <a:pt x="1282451" y="175698"/>
                      <a:pt x="1281423" y="172260"/>
                    </a:cubicBezTo>
                    <a:cubicBezTo>
                      <a:pt x="1281099" y="171174"/>
                      <a:pt x="1280784" y="170088"/>
                      <a:pt x="1280470" y="169002"/>
                    </a:cubicBezTo>
                    <a:cubicBezTo>
                      <a:pt x="1279527" y="165688"/>
                      <a:pt x="1278651" y="162354"/>
                      <a:pt x="1277851" y="159001"/>
                    </a:cubicBezTo>
                    <a:cubicBezTo>
                      <a:pt x="1277698" y="158363"/>
                      <a:pt x="1277527" y="157734"/>
                      <a:pt x="1277374" y="157106"/>
                    </a:cubicBezTo>
                    <a:cubicBezTo>
                      <a:pt x="1276469" y="153171"/>
                      <a:pt x="1275669" y="149209"/>
                      <a:pt x="1274955" y="145237"/>
                    </a:cubicBezTo>
                    <a:cubicBezTo>
                      <a:pt x="1274745" y="144075"/>
                      <a:pt x="1274574" y="142913"/>
                      <a:pt x="1274384" y="141751"/>
                    </a:cubicBezTo>
                    <a:cubicBezTo>
                      <a:pt x="1273907" y="138875"/>
                      <a:pt x="1273488" y="135998"/>
                      <a:pt x="1273117" y="133122"/>
                    </a:cubicBezTo>
                    <a:cubicBezTo>
                      <a:pt x="1272917" y="131559"/>
                      <a:pt x="1272735" y="129997"/>
                      <a:pt x="1272564" y="128435"/>
                    </a:cubicBezTo>
                    <a:cubicBezTo>
                      <a:pt x="1272298" y="125987"/>
                      <a:pt x="1272098" y="123539"/>
                      <a:pt x="1271916" y="121091"/>
                    </a:cubicBezTo>
                    <a:cubicBezTo>
                      <a:pt x="1271764" y="119044"/>
                      <a:pt x="1271612" y="116986"/>
                      <a:pt x="1271516" y="114948"/>
                    </a:cubicBezTo>
                    <a:cubicBezTo>
                      <a:pt x="1271421" y="113014"/>
                      <a:pt x="1271392" y="111081"/>
                      <a:pt x="1271345" y="109157"/>
                    </a:cubicBezTo>
                    <a:cubicBezTo>
                      <a:pt x="1271269" y="105871"/>
                      <a:pt x="1271278" y="102603"/>
                      <a:pt x="1271355" y="99355"/>
                    </a:cubicBezTo>
                    <a:cubicBezTo>
                      <a:pt x="1271392" y="97774"/>
                      <a:pt x="1271440" y="96193"/>
                      <a:pt x="1271516" y="94622"/>
                    </a:cubicBezTo>
                    <a:cubicBezTo>
                      <a:pt x="1271821" y="88240"/>
                      <a:pt x="1272421" y="81963"/>
                      <a:pt x="1273345" y="75848"/>
                    </a:cubicBezTo>
                    <a:cubicBezTo>
                      <a:pt x="1273507" y="74771"/>
                      <a:pt x="1273726" y="73714"/>
                      <a:pt x="1273907" y="72647"/>
                    </a:cubicBezTo>
                    <a:cubicBezTo>
                      <a:pt x="1274993" y="66304"/>
                      <a:pt x="1276317" y="60074"/>
                      <a:pt x="1278117" y="54159"/>
                    </a:cubicBezTo>
                    <a:cubicBezTo>
                      <a:pt x="1279565" y="49397"/>
                      <a:pt x="1281260" y="45025"/>
                      <a:pt x="1283070" y="40862"/>
                    </a:cubicBezTo>
                    <a:cubicBezTo>
                      <a:pt x="1283642" y="39538"/>
                      <a:pt x="1284252" y="38291"/>
                      <a:pt x="1284861" y="37024"/>
                    </a:cubicBezTo>
                    <a:cubicBezTo>
                      <a:pt x="1285985" y="34700"/>
                      <a:pt x="1287157" y="32471"/>
                      <a:pt x="1288385" y="30356"/>
                    </a:cubicBezTo>
                    <a:cubicBezTo>
                      <a:pt x="1289166" y="29004"/>
                      <a:pt x="1289957" y="27661"/>
                      <a:pt x="1290785" y="26403"/>
                    </a:cubicBezTo>
                    <a:cubicBezTo>
                      <a:pt x="1291576" y="25203"/>
                      <a:pt x="1292376" y="24051"/>
                      <a:pt x="1293205" y="22927"/>
                    </a:cubicBezTo>
                    <a:cubicBezTo>
                      <a:pt x="1294281" y="21450"/>
                      <a:pt x="1295386" y="20031"/>
                      <a:pt x="1296529" y="18688"/>
                    </a:cubicBezTo>
                    <a:cubicBezTo>
                      <a:pt x="1297186" y="17907"/>
                      <a:pt x="1297853" y="17126"/>
                      <a:pt x="1298529" y="16393"/>
                    </a:cubicBezTo>
                    <a:cubicBezTo>
                      <a:pt x="1300015" y="14792"/>
                      <a:pt x="1301549" y="13288"/>
                      <a:pt x="1303130" y="11906"/>
                    </a:cubicBezTo>
                    <a:cubicBezTo>
                      <a:pt x="1303501" y="11573"/>
                      <a:pt x="1303863" y="11201"/>
                      <a:pt x="1304244" y="10878"/>
                    </a:cubicBezTo>
                    <a:cubicBezTo>
                      <a:pt x="1306207" y="9239"/>
                      <a:pt x="1308236" y="7782"/>
                      <a:pt x="1310312" y="6477"/>
                    </a:cubicBezTo>
                    <a:cubicBezTo>
                      <a:pt x="1310826" y="6153"/>
                      <a:pt x="1311350" y="5877"/>
                      <a:pt x="1311874" y="5572"/>
                    </a:cubicBezTo>
                    <a:cubicBezTo>
                      <a:pt x="1313560" y="4591"/>
                      <a:pt x="1315274" y="3715"/>
                      <a:pt x="1317018" y="2943"/>
                    </a:cubicBezTo>
                    <a:cubicBezTo>
                      <a:pt x="1317570" y="2705"/>
                      <a:pt x="1318113" y="2439"/>
                      <a:pt x="1318665" y="2219"/>
                    </a:cubicBezTo>
                    <a:cubicBezTo>
                      <a:pt x="1320942" y="1314"/>
                      <a:pt x="1323256" y="543"/>
                      <a:pt x="1325628" y="0"/>
                    </a:cubicBezTo>
                    <a:lnTo>
                      <a:pt x="54336" y="289274"/>
                    </a:lnTo>
                    <a:cubicBezTo>
                      <a:pt x="54126" y="289322"/>
                      <a:pt x="53926" y="289370"/>
                      <a:pt x="53717" y="289417"/>
                    </a:cubicBezTo>
                    <a:cubicBezTo>
                      <a:pt x="51897" y="289855"/>
                      <a:pt x="50106" y="290408"/>
                      <a:pt x="48344" y="291065"/>
                    </a:cubicBezTo>
                    <a:cubicBezTo>
                      <a:pt x="48011" y="291189"/>
                      <a:pt x="47697" y="291360"/>
                      <a:pt x="47363" y="291494"/>
                    </a:cubicBezTo>
                    <a:cubicBezTo>
                      <a:pt x="46811" y="291713"/>
                      <a:pt x="46268" y="291970"/>
                      <a:pt x="45715" y="292218"/>
                    </a:cubicBezTo>
                    <a:cubicBezTo>
                      <a:pt x="44868" y="292589"/>
                      <a:pt x="44011" y="292913"/>
                      <a:pt x="43182" y="293332"/>
                    </a:cubicBezTo>
                    <a:cubicBezTo>
                      <a:pt x="42296" y="293780"/>
                      <a:pt x="41439" y="294342"/>
                      <a:pt x="40572" y="294847"/>
                    </a:cubicBezTo>
                    <a:cubicBezTo>
                      <a:pt x="40058" y="295151"/>
                      <a:pt x="39524" y="295428"/>
                      <a:pt x="39010" y="295751"/>
                    </a:cubicBezTo>
                    <a:cubicBezTo>
                      <a:pt x="38734" y="295923"/>
                      <a:pt x="38448" y="296056"/>
                      <a:pt x="38172" y="296237"/>
                    </a:cubicBezTo>
                    <a:cubicBezTo>
                      <a:pt x="36495" y="297342"/>
                      <a:pt x="34847" y="298552"/>
                      <a:pt x="33247" y="299876"/>
                    </a:cubicBezTo>
                    <a:cubicBezTo>
                      <a:pt x="33143" y="299961"/>
                      <a:pt x="33047" y="300066"/>
                      <a:pt x="32942" y="300152"/>
                    </a:cubicBezTo>
                    <a:cubicBezTo>
                      <a:pt x="32562" y="300466"/>
                      <a:pt x="32200" y="300847"/>
                      <a:pt x="31828" y="301180"/>
                    </a:cubicBezTo>
                    <a:cubicBezTo>
                      <a:pt x="30656" y="302209"/>
                      <a:pt x="29475" y="303238"/>
                      <a:pt x="28351" y="304390"/>
                    </a:cubicBezTo>
                    <a:cubicBezTo>
                      <a:pt x="27971" y="304791"/>
                      <a:pt x="27618" y="305257"/>
                      <a:pt x="27237" y="305667"/>
                    </a:cubicBezTo>
                    <a:cubicBezTo>
                      <a:pt x="26551" y="306400"/>
                      <a:pt x="25894" y="307181"/>
                      <a:pt x="25227" y="307962"/>
                    </a:cubicBezTo>
                    <a:cubicBezTo>
                      <a:pt x="24618" y="308677"/>
                      <a:pt x="23980" y="309315"/>
                      <a:pt x="23379" y="310077"/>
                    </a:cubicBezTo>
                    <a:cubicBezTo>
                      <a:pt x="22865" y="310734"/>
                      <a:pt x="22408" y="311515"/>
                      <a:pt x="21903" y="312201"/>
                    </a:cubicBezTo>
                    <a:cubicBezTo>
                      <a:pt x="21074" y="313325"/>
                      <a:pt x="20274" y="314478"/>
                      <a:pt x="19484" y="315678"/>
                    </a:cubicBezTo>
                    <a:cubicBezTo>
                      <a:pt x="19065" y="316316"/>
                      <a:pt x="18607" y="316859"/>
                      <a:pt x="18198" y="317525"/>
                    </a:cubicBezTo>
                    <a:cubicBezTo>
                      <a:pt x="17798" y="318173"/>
                      <a:pt x="17474" y="318964"/>
                      <a:pt x="17083" y="319640"/>
                    </a:cubicBezTo>
                    <a:cubicBezTo>
                      <a:pt x="15855" y="321755"/>
                      <a:pt x="14683" y="323983"/>
                      <a:pt x="13559" y="326307"/>
                    </a:cubicBezTo>
                    <a:cubicBezTo>
                      <a:pt x="13169" y="327117"/>
                      <a:pt x="12711" y="327793"/>
                      <a:pt x="12331" y="328632"/>
                    </a:cubicBezTo>
                    <a:cubicBezTo>
                      <a:pt x="12121" y="329098"/>
                      <a:pt x="11968" y="329670"/>
                      <a:pt x="11768" y="330146"/>
                    </a:cubicBezTo>
                    <a:cubicBezTo>
                      <a:pt x="9959" y="334318"/>
                      <a:pt x="8263" y="338681"/>
                      <a:pt x="6815" y="343443"/>
                    </a:cubicBezTo>
                    <a:cubicBezTo>
                      <a:pt x="5015" y="349368"/>
                      <a:pt x="3691" y="355587"/>
                      <a:pt x="2605" y="361931"/>
                    </a:cubicBezTo>
                    <a:cubicBezTo>
                      <a:pt x="2424" y="362998"/>
                      <a:pt x="2215" y="364046"/>
                      <a:pt x="2043" y="365132"/>
                    </a:cubicBezTo>
                    <a:cubicBezTo>
                      <a:pt x="1120" y="371256"/>
                      <a:pt x="519" y="377523"/>
                      <a:pt x="215" y="383905"/>
                    </a:cubicBezTo>
                    <a:cubicBezTo>
                      <a:pt x="186" y="384448"/>
                      <a:pt x="81" y="384953"/>
                      <a:pt x="62" y="385496"/>
                    </a:cubicBezTo>
                    <a:cubicBezTo>
                      <a:pt x="24" y="386534"/>
                      <a:pt x="81" y="387591"/>
                      <a:pt x="62" y="388629"/>
                    </a:cubicBezTo>
                    <a:cubicBezTo>
                      <a:pt x="-14" y="391887"/>
                      <a:pt x="-24" y="395154"/>
                      <a:pt x="53" y="398450"/>
                    </a:cubicBezTo>
                    <a:cubicBezTo>
                      <a:pt x="72" y="399498"/>
                      <a:pt x="15" y="400526"/>
                      <a:pt x="53" y="401584"/>
                    </a:cubicBezTo>
                    <a:cubicBezTo>
                      <a:pt x="81" y="402450"/>
                      <a:pt x="186" y="403336"/>
                      <a:pt x="224" y="404213"/>
                    </a:cubicBezTo>
                    <a:cubicBezTo>
                      <a:pt x="319" y="406270"/>
                      <a:pt x="472" y="408327"/>
                      <a:pt x="624" y="410385"/>
                    </a:cubicBezTo>
                    <a:cubicBezTo>
                      <a:pt x="729" y="411737"/>
                      <a:pt x="757" y="413080"/>
                      <a:pt x="891" y="414442"/>
                    </a:cubicBezTo>
                    <a:cubicBezTo>
                      <a:pt x="996" y="415538"/>
                      <a:pt x="1158" y="416624"/>
                      <a:pt x="1272" y="417719"/>
                    </a:cubicBezTo>
                    <a:cubicBezTo>
                      <a:pt x="1443" y="419281"/>
                      <a:pt x="1624" y="420843"/>
                      <a:pt x="1824" y="422405"/>
                    </a:cubicBezTo>
                    <a:cubicBezTo>
                      <a:pt x="1967" y="423491"/>
                      <a:pt x="2053" y="424567"/>
                      <a:pt x="2205" y="425653"/>
                    </a:cubicBezTo>
                    <a:cubicBezTo>
                      <a:pt x="2463" y="427444"/>
                      <a:pt x="2786" y="429235"/>
                      <a:pt x="3082" y="431035"/>
                    </a:cubicBezTo>
                    <a:cubicBezTo>
                      <a:pt x="3272" y="432197"/>
                      <a:pt x="3444" y="433359"/>
                      <a:pt x="3653" y="434521"/>
                    </a:cubicBezTo>
                    <a:cubicBezTo>
                      <a:pt x="3739" y="435016"/>
                      <a:pt x="3805" y="435502"/>
                      <a:pt x="3891" y="435998"/>
                    </a:cubicBezTo>
                    <a:cubicBezTo>
                      <a:pt x="4501" y="439264"/>
                      <a:pt x="5177" y="442522"/>
                      <a:pt x="5920" y="445770"/>
                    </a:cubicBezTo>
                    <a:cubicBezTo>
                      <a:pt x="5968" y="445980"/>
                      <a:pt x="6025" y="446180"/>
                      <a:pt x="6072" y="446389"/>
                    </a:cubicBezTo>
                    <a:cubicBezTo>
                      <a:pt x="6215" y="447027"/>
                      <a:pt x="6396" y="447647"/>
                      <a:pt x="6549" y="448285"/>
                    </a:cubicBezTo>
                    <a:cubicBezTo>
                      <a:pt x="7101" y="450590"/>
                      <a:pt x="7653" y="452904"/>
                      <a:pt x="8273" y="455190"/>
                    </a:cubicBezTo>
                    <a:cubicBezTo>
                      <a:pt x="8549" y="456229"/>
                      <a:pt x="8882" y="457257"/>
                      <a:pt x="9178" y="458286"/>
                    </a:cubicBezTo>
                    <a:cubicBezTo>
                      <a:pt x="9492" y="459381"/>
                      <a:pt x="9806" y="460467"/>
                      <a:pt x="10130" y="461543"/>
                    </a:cubicBezTo>
                    <a:cubicBezTo>
                      <a:pt x="10416" y="462496"/>
                      <a:pt x="10663" y="463458"/>
                      <a:pt x="10959" y="464401"/>
                    </a:cubicBezTo>
                    <a:cubicBezTo>
                      <a:pt x="11730" y="466878"/>
                      <a:pt x="12578" y="469325"/>
                      <a:pt x="13426" y="471764"/>
                    </a:cubicBezTo>
                    <a:cubicBezTo>
                      <a:pt x="13588" y="472221"/>
                      <a:pt x="13721" y="472678"/>
                      <a:pt x="13883" y="473135"/>
                    </a:cubicBezTo>
                    <a:cubicBezTo>
                      <a:pt x="13931" y="473259"/>
                      <a:pt x="13969" y="473393"/>
                      <a:pt x="14007" y="473516"/>
                    </a:cubicBezTo>
                    <a:cubicBezTo>
                      <a:pt x="15102" y="476593"/>
                      <a:pt x="16264" y="479631"/>
                      <a:pt x="17483" y="482632"/>
                    </a:cubicBezTo>
                    <a:cubicBezTo>
                      <a:pt x="17703" y="483175"/>
                      <a:pt x="17950" y="483699"/>
                      <a:pt x="18179" y="484242"/>
                    </a:cubicBezTo>
                    <a:cubicBezTo>
                      <a:pt x="18636" y="485337"/>
                      <a:pt x="19112" y="486413"/>
                      <a:pt x="19589" y="487499"/>
                    </a:cubicBezTo>
                    <a:cubicBezTo>
                      <a:pt x="20227" y="488966"/>
                      <a:pt x="20827" y="490461"/>
                      <a:pt x="21493" y="491909"/>
                    </a:cubicBezTo>
                    <a:cubicBezTo>
                      <a:pt x="22008" y="493033"/>
                      <a:pt x="22579" y="494109"/>
                      <a:pt x="23113" y="495214"/>
                    </a:cubicBezTo>
                    <a:cubicBezTo>
                      <a:pt x="23741" y="496529"/>
                      <a:pt x="24380" y="497843"/>
                      <a:pt x="25037" y="499129"/>
                    </a:cubicBezTo>
                    <a:cubicBezTo>
                      <a:pt x="25437" y="499920"/>
                      <a:pt x="25808" y="500749"/>
                      <a:pt x="26218" y="501539"/>
                    </a:cubicBezTo>
                    <a:cubicBezTo>
                      <a:pt x="26961" y="502949"/>
                      <a:pt x="27770" y="504292"/>
                      <a:pt x="28542" y="505673"/>
                    </a:cubicBezTo>
                    <a:cubicBezTo>
                      <a:pt x="29399" y="507225"/>
                      <a:pt x="30247" y="508788"/>
                      <a:pt x="31152" y="510302"/>
                    </a:cubicBezTo>
                    <a:cubicBezTo>
                      <a:pt x="31466" y="510826"/>
                      <a:pt x="31742" y="511388"/>
                      <a:pt x="32057" y="511912"/>
                    </a:cubicBezTo>
                    <a:cubicBezTo>
                      <a:pt x="32714" y="512997"/>
                      <a:pt x="33447" y="513988"/>
                      <a:pt x="34124" y="515045"/>
                    </a:cubicBezTo>
                    <a:cubicBezTo>
                      <a:pt x="35590" y="517360"/>
                      <a:pt x="37067" y="519646"/>
                      <a:pt x="38610" y="521865"/>
                    </a:cubicBezTo>
                    <a:cubicBezTo>
                      <a:pt x="39038" y="522475"/>
                      <a:pt x="39420" y="523151"/>
                      <a:pt x="39848" y="523751"/>
                    </a:cubicBezTo>
                    <a:cubicBezTo>
                      <a:pt x="40258" y="524323"/>
                      <a:pt x="40743" y="524780"/>
                      <a:pt x="41153" y="525342"/>
                    </a:cubicBezTo>
                    <a:cubicBezTo>
                      <a:pt x="44725" y="530181"/>
                      <a:pt x="48430" y="534829"/>
                      <a:pt x="52402" y="539039"/>
                    </a:cubicBezTo>
                    <a:cubicBezTo>
                      <a:pt x="74167" y="562147"/>
                      <a:pt x="97627" y="570795"/>
                      <a:pt x="118010" y="566099"/>
                    </a:cubicBezTo>
                    <a:lnTo>
                      <a:pt x="1389303" y="276825"/>
                    </a:lnTo>
                    <a:cubicBezTo>
                      <a:pt x="1368919" y="281512"/>
                      <a:pt x="1345450" y="272872"/>
                      <a:pt x="1323694" y="249765"/>
                    </a:cubicBezTo>
                    <a:cubicBezTo>
                      <a:pt x="1319723" y="245545"/>
                      <a:pt x="1316017" y="240887"/>
                      <a:pt x="1312436" y="236058"/>
                    </a:cubicBezTo>
                    <a:cubicBezTo>
                      <a:pt x="1311598" y="234896"/>
                      <a:pt x="1310731" y="233772"/>
                      <a:pt x="1309912" y="23260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50000"/>
                  </a:gs>
                  <a:gs pos="50000">
                    <a:srgbClr val="F22E28"/>
                  </a:gs>
                  <a:gs pos="100000">
                    <a:srgbClr val="FF5C50"/>
                  </a:gs>
                </a:gsLst>
                <a:lin ang="15279057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5"/>
              <p:cNvSpPr/>
              <p:nvPr/>
            </p:nvSpPr>
            <p:spPr>
              <a:xfrm>
                <a:off x="5727495" y="2983021"/>
                <a:ext cx="172559" cy="279283"/>
              </a:xfrm>
              <a:custGeom>
                <a:avLst/>
                <a:gdLst>
                  <a:gd name="connsiteX0" fmla="*/ 6916 w 172559"/>
                  <a:gd name="connsiteY0" fmla="*/ 55396 h 279283"/>
                  <a:gd name="connsiteX1" fmla="*/ 120064 w 172559"/>
                  <a:gd name="connsiteY1" fmla="*/ 28355 h 279283"/>
                  <a:gd name="connsiteX2" fmla="*/ 165641 w 172559"/>
                  <a:gd name="connsiteY2" fmla="*/ 223951 h 279283"/>
                  <a:gd name="connsiteX3" fmla="*/ 52493 w 172559"/>
                  <a:gd name="connsiteY3" fmla="*/ 250992 h 279283"/>
                  <a:gd name="connsiteX4" fmla="*/ 6916 w 172559"/>
                  <a:gd name="connsiteY4" fmla="*/ 55396 h 279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559" h="279283">
                    <a:moveTo>
                      <a:pt x="6916" y="55396"/>
                    </a:moveTo>
                    <a:cubicBezTo>
                      <a:pt x="25595" y="-6154"/>
                      <a:pt x="76182" y="-18242"/>
                      <a:pt x="120064" y="28355"/>
                    </a:cubicBezTo>
                    <a:cubicBezTo>
                      <a:pt x="163869" y="74875"/>
                      <a:pt x="184320" y="162400"/>
                      <a:pt x="165641" y="223951"/>
                    </a:cubicBezTo>
                    <a:cubicBezTo>
                      <a:pt x="146991" y="285396"/>
                      <a:pt x="96308" y="297512"/>
                      <a:pt x="52493" y="250992"/>
                    </a:cubicBezTo>
                    <a:cubicBezTo>
                      <a:pt x="8621" y="204386"/>
                      <a:pt x="-11734" y="116842"/>
                      <a:pt x="6916" y="553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6"/>
              <p:cNvSpPr/>
              <p:nvPr/>
            </p:nvSpPr>
            <p:spPr>
              <a:xfrm>
                <a:off x="5625536" y="2984249"/>
                <a:ext cx="220089" cy="301557"/>
              </a:xfrm>
              <a:custGeom>
                <a:avLst/>
                <a:gdLst>
                  <a:gd name="connsiteX0" fmla="*/ 140670 w 220089"/>
                  <a:gd name="connsiteY0" fmla="*/ 232600 h 301557"/>
                  <a:gd name="connsiteX1" fmla="*/ 136165 w 220089"/>
                  <a:gd name="connsiteY1" fmla="*/ 225762 h 301557"/>
                  <a:gd name="connsiteX2" fmla="*/ 133202 w 220089"/>
                  <a:gd name="connsiteY2" fmla="*/ 221028 h 301557"/>
                  <a:gd name="connsiteX3" fmla="*/ 130602 w 220089"/>
                  <a:gd name="connsiteY3" fmla="*/ 216408 h 301557"/>
                  <a:gd name="connsiteX4" fmla="*/ 127088 w 220089"/>
                  <a:gd name="connsiteY4" fmla="*/ 209845 h 301557"/>
                  <a:gd name="connsiteX5" fmla="*/ 125173 w 220089"/>
                  <a:gd name="connsiteY5" fmla="*/ 205949 h 301557"/>
                  <a:gd name="connsiteX6" fmla="*/ 121639 w 220089"/>
                  <a:gd name="connsiteY6" fmla="*/ 198225 h 301557"/>
                  <a:gd name="connsiteX7" fmla="*/ 120229 w 220089"/>
                  <a:gd name="connsiteY7" fmla="*/ 194967 h 301557"/>
                  <a:gd name="connsiteX8" fmla="*/ 115934 w 220089"/>
                  <a:gd name="connsiteY8" fmla="*/ 183861 h 301557"/>
                  <a:gd name="connsiteX9" fmla="*/ 115477 w 220089"/>
                  <a:gd name="connsiteY9" fmla="*/ 182489 h 301557"/>
                  <a:gd name="connsiteX10" fmla="*/ 112181 w 220089"/>
                  <a:gd name="connsiteY10" fmla="*/ 172269 h 301557"/>
                  <a:gd name="connsiteX11" fmla="*/ 111228 w 220089"/>
                  <a:gd name="connsiteY11" fmla="*/ 169011 h 301557"/>
                  <a:gd name="connsiteX12" fmla="*/ 108609 w 220089"/>
                  <a:gd name="connsiteY12" fmla="*/ 159010 h 301557"/>
                  <a:gd name="connsiteX13" fmla="*/ 108133 w 220089"/>
                  <a:gd name="connsiteY13" fmla="*/ 157115 h 301557"/>
                  <a:gd name="connsiteX14" fmla="*/ 105713 w 220089"/>
                  <a:gd name="connsiteY14" fmla="*/ 145247 h 301557"/>
                  <a:gd name="connsiteX15" fmla="*/ 105142 w 220089"/>
                  <a:gd name="connsiteY15" fmla="*/ 141761 h 301557"/>
                  <a:gd name="connsiteX16" fmla="*/ 103875 w 220089"/>
                  <a:gd name="connsiteY16" fmla="*/ 133131 h 301557"/>
                  <a:gd name="connsiteX17" fmla="*/ 103323 w 220089"/>
                  <a:gd name="connsiteY17" fmla="*/ 128444 h 301557"/>
                  <a:gd name="connsiteX18" fmla="*/ 102675 w 220089"/>
                  <a:gd name="connsiteY18" fmla="*/ 121101 h 301557"/>
                  <a:gd name="connsiteX19" fmla="*/ 102275 w 220089"/>
                  <a:gd name="connsiteY19" fmla="*/ 114948 h 301557"/>
                  <a:gd name="connsiteX20" fmla="*/ 102104 w 220089"/>
                  <a:gd name="connsiteY20" fmla="*/ 109156 h 301557"/>
                  <a:gd name="connsiteX21" fmla="*/ 102113 w 220089"/>
                  <a:gd name="connsiteY21" fmla="*/ 99355 h 301557"/>
                  <a:gd name="connsiteX22" fmla="*/ 102275 w 220089"/>
                  <a:gd name="connsiteY22" fmla="*/ 94621 h 301557"/>
                  <a:gd name="connsiteX23" fmla="*/ 104104 w 220089"/>
                  <a:gd name="connsiteY23" fmla="*/ 75847 h 301557"/>
                  <a:gd name="connsiteX24" fmla="*/ 104666 w 220089"/>
                  <a:gd name="connsiteY24" fmla="*/ 72647 h 301557"/>
                  <a:gd name="connsiteX25" fmla="*/ 108876 w 220089"/>
                  <a:gd name="connsiteY25" fmla="*/ 54159 h 301557"/>
                  <a:gd name="connsiteX26" fmla="*/ 113829 w 220089"/>
                  <a:gd name="connsiteY26" fmla="*/ 40862 h 301557"/>
                  <a:gd name="connsiteX27" fmla="*/ 115619 w 220089"/>
                  <a:gd name="connsiteY27" fmla="*/ 37024 h 301557"/>
                  <a:gd name="connsiteX28" fmla="*/ 119144 w 220089"/>
                  <a:gd name="connsiteY28" fmla="*/ 30356 h 301557"/>
                  <a:gd name="connsiteX29" fmla="*/ 121544 w 220089"/>
                  <a:gd name="connsiteY29" fmla="*/ 26403 h 301557"/>
                  <a:gd name="connsiteX30" fmla="*/ 123963 w 220089"/>
                  <a:gd name="connsiteY30" fmla="*/ 22927 h 301557"/>
                  <a:gd name="connsiteX31" fmla="*/ 127288 w 220089"/>
                  <a:gd name="connsiteY31" fmla="*/ 18688 h 301557"/>
                  <a:gd name="connsiteX32" fmla="*/ 129297 w 220089"/>
                  <a:gd name="connsiteY32" fmla="*/ 16393 h 301557"/>
                  <a:gd name="connsiteX33" fmla="*/ 133898 w 220089"/>
                  <a:gd name="connsiteY33" fmla="*/ 11906 h 301557"/>
                  <a:gd name="connsiteX34" fmla="*/ 135012 w 220089"/>
                  <a:gd name="connsiteY34" fmla="*/ 10878 h 301557"/>
                  <a:gd name="connsiteX35" fmla="*/ 141080 w 220089"/>
                  <a:gd name="connsiteY35" fmla="*/ 6477 h 301557"/>
                  <a:gd name="connsiteX36" fmla="*/ 142642 w 220089"/>
                  <a:gd name="connsiteY36" fmla="*/ 5572 h 301557"/>
                  <a:gd name="connsiteX37" fmla="*/ 147785 w 220089"/>
                  <a:gd name="connsiteY37" fmla="*/ 2943 h 301557"/>
                  <a:gd name="connsiteX38" fmla="*/ 149433 w 220089"/>
                  <a:gd name="connsiteY38" fmla="*/ 2219 h 301557"/>
                  <a:gd name="connsiteX39" fmla="*/ 156396 w 220089"/>
                  <a:gd name="connsiteY39" fmla="*/ 0 h 301557"/>
                  <a:gd name="connsiteX40" fmla="*/ 54317 w 220089"/>
                  <a:gd name="connsiteY40" fmla="*/ 23517 h 301557"/>
                  <a:gd name="connsiteX41" fmla="*/ 53697 w 220089"/>
                  <a:gd name="connsiteY41" fmla="*/ 23660 h 301557"/>
                  <a:gd name="connsiteX42" fmla="*/ 48326 w 220089"/>
                  <a:gd name="connsiteY42" fmla="*/ 25308 h 301557"/>
                  <a:gd name="connsiteX43" fmla="*/ 47344 w 220089"/>
                  <a:gd name="connsiteY43" fmla="*/ 25737 h 301557"/>
                  <a:gd name="connsiteX44" fmla="*/ 45706 w 220089"/>
                  <a:gd name="connsiteY44" fmla="*/ 26460 h 301557"/>
                  <a:gd name="connsiteX45" fmla="*/ 43172 w 220089"/>
                  <a:gd name="connsiteY45" fmla="*/ 27575 h 301557"/>
                  <a:gd name="connsiteX46" fmla="*/ 40563 w 220089"/>
                  <a:gd name="connsiteY46" fmla="*/ 29089 h 301557"/>
                  <a:gd name="connsiteX47" fmla="*/ 39001 w 220089"/>
                  <a:gd name="connsiteY47" fmla="*/ 29994 h 301557"/>
                  <a:gd name="connsiteX48" fmla="*/ 38162 w 220089"/>
                  <a:gd name="connsiteY48" fmla="*/ 30480 h 301557"/>
                  <a:gd name="connsiteX49" fmla="*/ 33238 w 220089"/>
                  <a:gd name="connsiteY49" fmla="*/ 34119 h 301557"/>
                  <a:gd name="connsiteX50" fmla="*/ 32933 w 220089"/>
                  <a:gd name="connsiteY50" fmla="*/ 34395 h 301557"/>
                  <a:gd name="connsiteX51" fmla="*/ 31819 w 220089"/>
                  <a:gd name="connsiteY51" fmla="*/ 35423 h 301557"/>
                  <a:gd name="connsiteX52" fmla="*/ 28342 w 220089"/>
                  <a:gd name="connsiteY52" fmla="*/ 38633 h 301557"/>
                  <a:gd name="connsiteX53" fmla="*/ 27228 w 220089"/>
                  <a:gd name="connsiteY53" fmla="*/ 39910 h 301557"/>
                  <a:gd name="connsiteX54" fmla="*/ 25218 w 220089"/>
                  <a:gd name="connsiteY54" fmla="*/ 42205 h 301557"/>
                  <a:gd name="connsiteX55" fmla="*/ 23370 w 220089"/>
                  <a:gd name="connsiteY55" fmla="*/ 44310 h 301557"/>
                  <a:gd name="connsiteX56" fmla="*/ 21894 w 220089"/>
                  <a:gd name="connsiteY56" fmla="*/ 46434 h 301557"/>
                  <a:gd name="connsiteX57" fmla="*/ 19474 w 220089"/>
                  <a:gd name="connsiteY57" fmla="*/ 49911 h 301557"/>
                  <a:gd name="connsiteX58" fmla="*/ 18198 w 220089"/>
                  <a:gd name="connsiteY58" fmla="*/ 51749 h 301557"/>
                  <a:gd name="connsiteX59" fmla="*/ 17083 w 220089"/>
                  <a:gd name="connsiteY59" fmla="*/ 53864 h 301557"/>
                  <a:gd name="connsiteX60" fmla="*/ 13559 w 220089"/>
                  <a:gd name="connsiteY60" fmla="*/ 60531 h 301557"/>
                  <a:gd name="connsiteX61" fmla="*/ 12330 w 220089"/>
                  <a:gd name="connsiteY61" fmla="*/ 62855 h 301557"/>
                  <a:gd name="connsiteX62" fmla="*/ 11769 w 220089"/>
                  <a:gd name="connsiteY62" fmla="*/ 64370 h 301557"/>
                  <a:gd name="connsiteX63" fmla="*/ 6815 w 220089"/>
                  <a:gd name="connsiteY63" fmla="*/ 77667 h 301557"/>
                  <a:gd name="connsiteX64" fmla="*/ 2605 w 220089"/>
                  <a:gd name="connsiteY64" fmla="*/ 96155 h 301557"/>
                  <a:gd name="connsiteX65" fmla="*/ 2044 w 220089"/>
                  <a:gd name="connsiteY65" fmla="*/ 99355 h 301557"/>
                  <a:gd name="connsiteX66" fmla="*/ 215 w 220089"/>
                  <a:gd name="connsiteY66" fmla="*/ 118129 h 301557"/>
                  <a:gd name="connsiteX67" fmla="*/ 62 w 220089"/>
                  <a:gd name="connsiteY67" fmla="*/ 119720 h 301557"/>
                  <a:gd name="connsiteX68" fmla="*/ 62 w 220089"/>
                  <a:gd name="connsiteY68" fmla="*/ 122853 h 301557"/>
                  <a:gd name="connsiteX69" fmla="*/ 52 w 220089"/>
                  <a:gd name="connsiteY69" fmla="*/ 132674 h 301557"/>
                  <a:gd name="connsiteX70" fmla="*/ 52 w 220089"/>
                  <a:gd name="connsiteY70" fmla="*/ 135807 h 301557"/>
                  <a:gd name="connsiteX71" fmla="*/ 224 w 220089"/>
                  <a:gd name="connsiteY71" fmla="*/ 138436 h 301557"/>
                  <a:gd name="connsiteX72" fmla="*/ 624 w 220089"/>
                  <a:gd name="connsiteY72" fmla="*/ 144609 h 301557"/>
                  <a:gd name="connsiteX73" fmla="*/ 891 w 220089"/>
                  <a:gd name="connsiteY73" fmla="*/ 148666 h 301557"/>
                  <a:gd name="connsiteX74" fmla="*/ 1281 w 220089"/>
                  <a:gd name="connsiteY74" fmla="*/ 151943 h 301557"/>
                  <a:gd name="connsiteX75" fmla="*/ 1834 w 220089"/>
                  <a:gd name="connsiteY75" fmla="*/ 156629 h 301557"/>
                  <a:gd name="connsiteX76" fmla="*/ 2215 w 220089"/>
                  <a:gd name="connsiteY76" fmla="*/ 159877 h 301557"/>
                  <a:gd name="connsiteX77" fmla="*/ 3091 w 220089"/>
                  <a:gd name="connsiteY77" fmla="*/ 165259 h 301557"/>
                  <a:gd name="connsiteX78" fmla="*/ 3663 w 220089"/>
                  <a:gd name="connsiteY78" fmla="*/ 168745 h 301557"/>
                  <a:gd name="connsiteX79" fmla="*/ 3901 w 220089"/>
                  <a:gd name="connsiteY79" fmla="*/ 170221 h 301557"/>
                  <a:gd name="connsiteX80" fmla="*/ 5920 w 220089"/>
                  <a:gd name="connsiteY80" fmla="*/ 179994 h 301557"/>
                  <a:gd name="connsiteX81" fmla="*/ 6072 w 220089"/>
                  <a:gd name="connsiteY81" fmla="*/ 180613 h 301557"/>
                  <a:gd name="connsiteX82" fmla="*/ 6549 w 220089"/>
                  <a:gd name="connsiteY82" fmla="*/ 182508 h 301557"/>
                  <a:gd name="connsiteX83" fmla="*/ 8273 w 220089"/>
                  <a:gd name="connsiteY83" fmla="*/ 189414 h 301557"/>
                  <a:gd name="connsiteX84" fmla="*/ 9177 w 220089"/>
                  <a:gd name="connsiteY84" fmla="*/ 192510 h 301557"/>
                  <a:gd name="connsiteX85" fmla="*/ 10130 w 220089"/>
                  <a:gd name="connsiteY85" fmla="*/ 195767 h 301557"/>
                  <a:gd name="connsiteX86" fmla="*/ 10959 w 220089"/>
                  <a:gd name="connsiteY86" fmla="*/ 198625 h 301557"/>
                  <a:gd name="connsiteX87" fmla="*/ 13426 w 220089"/>
                  <a:gd name="connsiteY87" fmla="*/ 205988 h 301557"/>
                  <a:gd name="connsiteX88" fmla="*/ 13883 w 220089"/>
                  <a:gd name="connsiteY88" fmla="*/ 207359 h 301557"/>
                  <a:gd name="connsiteX89" fmla="*/ 14007 w 220089"/>
                  <a:gd name="connsiteY89" fmla="*/ 207740 h 301557"/>
                  <a:gd name="connsiteX90" fmla="*/ 17483 w 220089"/>
                  <a:gd name="connsiteY90" fmla="*/ 216856 h 301557"/>
                  <a:gd name="connsiteX91" fmla="*/ 18179 w 220089"/>
                  <a:gd name="connsiteY91" fmla="*/ 218465 h 301557"/>
                  <a:gd name="connsiteX92" fmla="*/ 19588 w 220089"/>
                  <a:gd name="connsiteY92" fmla="*/ 221723 h 301557"/>
                  <a:gd name="connsiteX93" fmla="*/ 21494 w 220089"/>
                  <a:gd name="connsiteY93" fmla="*/ 226133 h 301557"/>
                  <a:gd name="connsiteX94" fmla="*/ 23113 w 220089"/>
                  <a:gd name="connsiteY94" fmla="*/ 229438 h 301557"/>
                  <a:gd name="connsiteX95" fmla="*/ 25037 w 220089"/>
                  <a:gd name="connsiteY95" fmla="*/ 233353 h 301557"/>
                  <a:gd name="connsiteX96" fmla="*/ 26218 w 220089"/>
                  <a:gd name="connsiteY96" fmla="*/ 235763 h 301557"/>
                  <a:gd name="connsiteX97" fmla="*/ 28542 w 220089"/>
                  <a:gd name="connsiteY97" fmla="*/ 239897 h 301557"/>
                  <a:gd name="connsiteX98" fmla="*/ 31142 w 220089"/>
                  <a:gd name="connsiteY98" fmla="*/ 244526 h 301557"/>
                  <a:gd name="connsiteX99" fmla="*/ 32047 w 220089"/>
                  <a:gd name="connsiteY99" fmla="*/ 246136 h 301557"/>
                  <a:gd name="connsiteX100" fmla="*/ 34114 w 220089"/>
                  <a:gd name="connsiteY100" fmla="*/ 249269 h 301557"/>
                  <a:gd name="connsiteX101" fmla="*/ 38600 w 220089"/>
                  <a:gd name="connsiteY101" fmla="*/ 256089 h 301557"/>
                  <a:gd name="connsiteX102" fmla="*/ 39838 w 220089"/>
                  <a:gd name="connsiteY102" fmla="*/ 257975 h 301557"/>
                  <a:gd name="connsiteX103" fmla="*/ 41144 w 220089"/>
                  <a:gd name="connsiteY103" fmla="*/ 259566 h 301557"/>
                  <a:gd name="connsiteX104" fmla="*/ 52392 w 220089"/>
                  <a:gd name="connsiteY104" fmla="*/ 273263 h 301557"/>
                  <a:gd name="connsiteX105" fmla="*/ 118010 w 220089"/>
                  <a:gd name="connsiteY105" fmla="*/ 300323 h 301557"/>
                  <a:gd name="connsiteX106" fmla="*/ 220090 w 220089"/>
                  <a:gd name="connsiteY106" fmla="*/ 276796 h 301557"/>
                  <a:gd name="connsiteX107" fmla="*/ 154472 w 220089"/>
                  <a:gd name="connsiteY107" fmla="*/ 249736 h 301557"/>
                  <a:gd name="connsiteX108" fmla="*/ 143213 w 220089"/>
                  <a:gd name="connsiteY108" fmla="*/ 236029 h 301557"/>
                  <a:gd name="connsiteX109" fmla="*/ 140670 w 220089"/>
                  <a:gd name="connsiteY109" fmla="*/ 232600 h 301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</a:cxnLst>
                <a:rect l="l" t="t" r="r" b="b"/>
                <a:pathLst>
                  <a:path w="220089" h="301557">
                    <a:moveTo>
                      <a:pt x="140670" y="232600"/>
                    </a:moveTo>
                    <a:cubicBezTo>
                      <a:pt x="139118" y="230381"/>
                      <a:pt x="137632" y="228086"/>
                      <a:pt x="136165" y="225762"/>
                    </a:cubicBezTo>
                    <a:cubicBezTo>
                      <a:pt x="135174" y="224190"/>
                      <a:pt x="134155" y="222637"/>
                      <a:pt x="133202" y="221028"/>
                    </a:cubicBezTo>
                    <a:cubicBezTo>
                      <a:pt x="132307" y="219513"/>
                      <a:pt x="131460" y="217951"/>
                      <a:pt x="130602" y="216408"/>
                    </a:cubicBezTo>
                    <a:cubicBezTo>
                      <a:pt x="129402" y="214246"/>
                      <a:pt x="128211" y="212074"/>
                      <a:pt x="127088" y="209845"/>
                    </a:cubicBezTo>
                    <a:cubicBezTo>
                      <a:pt x="126440" y="208559"/>
                      <a:pt x="125802" y="207255"/>
                      <a:pt x="125173" y="205949"/>
                    </a:cubicBezTo>
                    <a:cubicBezTo>
                      <a:pt x="123954" y="203416"/>
                      <a:pt x="122773" y="200835"/>
                      <a:pt x="121639" y="198225"/>
                    </a:cubicBezTo>
                    <a:cubicBezTo>
                      <a:pt x="121172" y="197139"/>
                      <a:pt x="120687" y="196062"/>
                      <a:pt x="120229" y="194967"/>
                    </a:cubicBezTo>
                    <a:cubicBezTo>
                      <a:pt x="118715" y="191319"/>
                      <a:pt x="117267" y="187623"/>
                      <a:pt x="115934" y="183861"/>
                    </a:cubicBezTo>
                    <a:cubicBezTo>
                      <a:pt x="115772" y="183404"/>
                      <a:pt x="115629" y="182947"/>
                      <a:pt x="115477" y="182489"/>
                    </a:cubicBezTo>
                    <a:cubicBezTo>
                      <a:pt x="114305" y="179118"/>
                      <a:pt x="113209" y="175708"/>
                      <a:pt x="112181" y="172269"/>
                    </a:cubicBezTo>
                    <a:cubicBezTo>
                      <a:pt x="111857" y="171183"/>
                      <a:pt x="111543" y="170097"/>
                      <a:pt x="111228" y="169011"/>
                    </a:cubicBezTo>
                    <a:cubicBezTo>
                      <a:pt x="110285" y="165697"/>
                      <a:pt x="109409" y="162363"/>
                      <a:pt x="108609" y="159010"/>
                    </a:cubicBezTo>
                    <a:cubicBezTo>
                      <a:pt x="108457" y="158372"/>
                      <a:pt x="108285" y="157744"/>
                      <a:pt x="108133" y="157115"/>
                    </a:cubicBezTo>
                    <a:cubicBezTo>
                      <a:pt x="107228" y="153181"/>
                      <a:pt x="106428" y="149219"/>
                      <a:pt x="105713" y="145247"/>
                    </a:cubicBezTo>
                    <a:cubicBezTo>
                      <a:pt x="105504" y="144085"/>
                      <a:pt x="105333" y="142923"/>
                      <a:pt x="105142" y="141761"/>
                    </a:cubicBezTo>
                    <a:cubicBezTo>
                      <a:pt x="104666" y="138884"/>
                      <a:pt x="104247" y="136007"/>
                      <a:pt x="103875" y="133131"/>
                    </a:cubicBezTo>
                    <a:cubicBezTo>
                      <a:pt x="103675" y="131569"/>
                      <a:pt x="103494" y="130007"/>
                      <a:pt x="103323" y="128444"/>
                    </a:cubicBezTo>
                    <a:cubicBezTo>
                      <a:pt x="103056" y="125997"/>
                      <a:pt x="102856" y="123549"/>
                      <a:pt x="102675" y="121101"/>
                    </a:cubicBezTo>
                    <a:cubicBezTo>
                      <a:pt x="102522" y="119053"/>
                      <a:pt x="102370" y="116995"/>
                      <a:pt x="102275" y="114948"/>
                    </a:cubicBezTo>
                    <a:cubicBezTo>
                      <a:pt x="102180" y="113014"/>
                      <a:pt x="102151" y="111080"/>
                      <a:pt x="102104" y="109156"/>
                    </a:cubicBezTo>
                    <a:cubicBezTo>
                      <a:pt x="102027" y="105870"/>
                      <a:pt x="102037" y="102603"/>
                      <a:pt x="102113" y="99355"/>
                    </a:cubicBezTo>
                    <a:cubicBezTo>
                      <a:pt x="102151" y="97774"/>
                      <a:pt x="102199" y="96193"/>
                      <a:pt x="102275" y="94621"/>
                    </a:cubicBezTo>
                    <a:cubicBezTo>
                      <a:pt x="102580" y="88240"/>
                      <a:pt x="103180" y="81962"/>
                      <a:pt x="104104" y="75847"/>
                    </a:cubicBezTo>
                    <a:cubicBezTo>
                      <a:pt x="104266" y="74771"/>
                      <a:pt x="104475" y="73714"/>
                      <a:pt x="104666" y="72647"/>
                    </a:cubicBezTo>
                    <a:cubicBezTo>
                      <a:pt x="105752" y="66304"/>
                      <a:pt x="107076" y="60074"/>
                      <a:pt x="108876" y="54159"/>
                    </a:cubicBezTo>
                    <a:cubicBezTo>
                      <a:pt x="110324" y="49397"/>
                      <a:pt x="112019" y="45025"/>
                      <a:pt x="113829" y="40862"/>
                    </a:cubicBezTo>
                    <a:cubicBezTo>
                      <a:pt x="114400" y="39538"/>
                      <a:pt x="115010" y="38290"/>
                      <a:pt x="115619" y="37024"/>
                    </a:cubicBezTo>
                    <a:cubicBezTo>
                      <a:pt x="116744" y="34700"/>
                      <a:pt x="117915" y="32471"/>
                      <a:pt x="119144" y="30356"/>
                    </a:cubicBezTo>
                    <a:cubicBezTo>
                      <a:pt x="119925" y="29003"/>
                      <a:pt x="120715" y="27661"/>
                      <a:pt x="121544" y="26403"/>
                    </a:cubicBezTo>
                    <a:cubicBezTo>
                      <a:pt x="122334" y="25203"/>
                      <a:pt x="123144" y="24051"/>
                      <a:pt x="123963" y="22927"/>
                    </a:cubicBezTo>
                    <a:cubicBezTo>
                      <a:pt x="125040" y="21450"/>
                      <a:pt x="126145" y="20031"/>
                      <a:pt x="127288" y="18688"/>
                    </a:cubicBezTo>
                    <a:cubicBezTo>
                      <a:pt x="127954" y="17907"/>
                      <a:pt x="128611" y="17126"/>
                      <a:pt x="129297" y="16393"/>
                    </a:cubicBezTo>
                    <a:cubicBezTo>
                      <a:pt x="130783" y="14792"/>
                      <a:pt x="132317" y="13287"/>
                      <a:pt x="133898" y="11906"/>
                    </a:cubicBezTo>
                    <a:cubicBezTo>
                      <a:pt x="134269" y="11573"/>
                      <a:pt x="134631" y="11201"/>
                      <a:pt x="135012" y="10878"/>
                    </a:cubicBezTo>
                    <a:cubicBezTo>
                      <a:pt x="136974" y="9239"/>
                      <a:pt x="139003" y="7782"/>
                      <a:pt x="141080" y="6477"/>
                    </a:cubicBezTo>
                    <a:cubicBezTo>
                      <a:pt x="141594" y="6153"/>
                      <a:pt x="142118" y="5877"/>
                      <a:pt x="142642" y="5572"/>
                    </a:cubicBezTo>
                    <a:cubicBezTo>
                      <a:pt x="144328" y="4591"/>
                      <a:pt x="146042" y="3715"/>
                      <a:pt x="147785" y="2943"/>
                    </a:cubicBezTo>
                    <a:cubicBezTo>
                      <a:pt x="148338" y="2695"/>
                      <a:pt x="148881" y="2438"/>
                      <a:pt x="149433" y="2219"/>
                    </a:cubicBezTo>
                    <a:cubicBezTo>
                      <a:pt x="151709" y="1314"/>
                      <a:pt x="154024" y="543"/>
                      <a:pt x="156396" y="0"/>
                    </a:cubicBezTo>
                    <a:lnTo>
                      <a:pt x="54317" y="23517"/>
                    </a:lnTo>
                    <a:cubicBezTo>
                      <a:pt x="54107" y="23565"/>
                      <a:pt x="53907" y="23613"/>
                      <a:pt x="53697" y="23660"/>
                    </a:cubicBezTo>
                    <a:cubicBezTo>
                      <a:pt x="51878" y="24098"/>
                      <a:pt x="50088" y="24651"/>
                      <a:pt x="48326" y="25308"/>
                    </a:cubicBezTo>
                    <a:cubicBezTo>
                      <a:pt x="47992" y="25432"/>
                      <a:pt x="47677" y="25603"/>
                      <a:pt x="47344" y="25737"/>
                    </a:cubicBezTo>
                    <a:cubicBezTo>
                      <a:pt x="46792" y="25956"/>
                      <a:pt x="46249" y="26213"/>
                      <a:pt x="45706" y="26460"/>
                    </a:cubicBezTo>
                    <a:cubicBezTo>
                      <a:pt x="44858" y="26832"/>
                      <a:pt x="44001" y="27156"/>
                      <a:pt x="43172" y="27575"/>
                    </a:cubicBezTo>
                    <a:cubicBezTo>
                      <a:pt x="42286" y="28022"/>
                      <a:pt x="41429" y="28585"/>
                      <a:pt x="40563" y="29089"/>
                    </a:cubicBezTo>
                    <a:cubicBezTo>
                      <a:pt x="40038" y="29394"/>
                      <a:pt x="39515" y="29670"/>
                      <a:pt x="39001" y="29994"/>
                    </a:cubicBezTo>
                    <a:cubicBezTo>
                      <a:pt x="38724" y="30166"/>
                      <a:pt x="38438" y="30299"/>
                      <a:pt x="38162" y="30480"/>
                    </a:cubicBezTo>
                    <a:cubicBezTo>
                      <a:pt x="36486" y="31585"/>
                      <a:pt x="34838" y="32795"/>
                      <a:pt x="33238" y="34119"/>
                    </a:cubicBezTo>
                    <a:cubicBezTo>
                      <a:pt x="33133" y="34204"/>
                      <a:pt x="33038" y="34309"/>
                      <a:pt x="32933" y="34395"/>
                    </a:cubicBezTo>
                    <a:cubicBezTo>
                      <a:pt x="32552" y="34709"/>
                      <a:pt x="32199" y="35090"/>
                      <a:pt x="31819" y="35423"/>
                    </a:cubicBezTo>
                    <a:cubicBezTo>
                      <a:pt x="30647" y="36462"/>
                      <a:pt x="29466" y="37481"/>
                      <a:pt x="28342" y="38633"/>
                    </a:cubicBezTo>
                    <a:cubicBezTo>
                      <a:pt x="27961" y="39024"/>
                      <a:pt x="27608" y="39500"/>
                      <a:pt x="27228" y="39910"/>
                    </a:cubicBezTo>
                    <a:cubicBezTo>
                      <a:pt x="26541" y="40643"/>
                      <a:pt x="25885" y="41424"/>
                      <a:pt x="25218" y="42205"/>
                    </a:cubicBezTo>
                    <a:cubicBezTo>
                      <a:pt x="24608" y="42919"/>
                      <a:pt x="23970" y="43558"/>
                      <a:pt x="23370" y="44310"/>
                    </a:cubicBezTo>
                    <a:cubicBezTo>
                      <a:pt x="22856" y="44968"/>
                      <a:pt x="22398" y="45748"/>
                      <a:pt x="21894" y="46434"/>
                    </a:cubicBezTo>
                    <a:cubicBezTo>
                      <a:pt x="21065" y="47558"/>
                      <a:pt x="20265" y="48711"/>
                      <a:pt x="19474" y="49911"/>
                    </a:cubicBezTo>
                    <a:cubicBezTo>
                      <a:pt x="19055" y="50549"/>
                      <a:pt x="18598" y="51092"/>
                      <a:pt x="18198" y="51749"/>
                    </a:cubicBezTo>
                    <a:cubicBezTo>
                      <a:pt x="17798" y="52397"/>
                      <a:pt x="17474" y="53187"/>
                      <a:pt x="17083" y="53864"/>
                    </a:cubicBezTo>
                    <a:cubicBezTo>
                      <a:pt x="15854" y="55978"/>
                      <a:pt x="14683" y="58207"/>
                      <a:pt x="13559" y="60531"/>
                    </a:cubicBezTo>
                    <a:cubicBezTo>
                      <a:pt x="13168" y="61341"/>
                      <a:pt x="12712" y="62017"/>
                      <a:pt x="12330" y="62855"/>
                    </a:cubicBezTo>
                    <a:cubicBezTo>
                      <a:pt x="12121" y="63322"/>
                      <a:pt x="11978" y="63894"/>
                      <a:pt x="11769" y="64370"/>
                    </a:cubicBezTo>
                    <a:cubicBezTo>
                      <a:pt x="9959" y="68542"/>
                      <a:pt x="8263" y="72904"/>
                      <a:pt x="6815" y="77667"/>
                    </a:cubicBezTo>
                    <a:cubicBezTo>
                      <a:pt x="5015" y="83591"/>
                      <a:pt x="3691" y="89811"/>
                      <a:pt x="2605" y="96155"/>
                    </a:cubicBezTo>
                    <a:cubicBezTo>
                      <a:pt x="2424" y="97231"/>
                      <a:pt x="2205" y="98269"/>
                      <a:pt x="2044" y="99355"/>
                    </a:cubicBezTo>
                    <a:cubicBezTo>
                      <a:pt x="1119" y="105480"/>
                      <a:pt x="519" y="111747"/>
                      <a:pt x="215" y="118129"/>
                    </a:cubicBezTo>
                    <a:cubicBezTo>
                      <a:pt x="186" y="118672"/>
                      <a:pt x="81" y="119177"/>
                      <a:pt x="62" y="119720"/>
                    </a:cubicBezTo>
                    <a:cubicBezTo>
                      <a:pt x="24" y="120758"/>
                      <a:pt x="81" y="121815"/>
                      <a:pt x="62" y="122853"/>
                    </a:cubicBezTo>
                    <a:cubicBezTo>
                      <a:pt x="-14" y="126111"/>
                      <a:pt x="-24" y="129378"/>
                      <a:pt x="52" y="132674"/>
                    </a:cubicBezTo>
                    <a:cubicBezTo>
                      <a:pt x="72" y="133721"/>
                      <a:pt x="15" y="134750"/>
                      <a:pt x="52" y="135807"/>
                    </a:cubicBezTo>
                    <a:cubicBezTo>
                      <a:pt x="81" y="136684"/>
                      <a:pt x="176" y="137560"/>
                      <a:pt x="224" y="138436"/>
                    </a:cubicBezTo>
                    <a:cubicBezTo>
                      <a:pt x="319" y="140494"/>
                      <a:pt x="472" y="142542"/>
                      <a:pt x="624" y="144609"/>
                    </a:cubicBezTo>
                    <a:cubicBezTo>
                      <a:pt x="729" y="145961"/>
                      <a:pt x="758" y="147314"/>
                      <a:pt x="891" y="148666"/>
                    </a:cubicBezTo>
                    <a:cubicBezTo>
                      <a:pt x="995" y="149752"/>
                      <a:pt x="1158" y="150847"/>
                      <a:pt x="1281" y="151943"/>
                    </a:cubicBezTo>
                    <a:cubicBezTo>
                      <a:pt x="1453" y="153505"/>
                      <a:pt x="1634" y="155067"/>
                      <a:pt x="1834" y="156629"/>
                    </a:cubicBezTo>
                    <a:cubicBezTo>
                      <a:pt x="1977" y="157715"/>
                      <a:pt x="2062" y="158791"/>
                      <a:pt x="2215" y="159877"/>
                    </a:cubicBezTo>
                    <a:cubicBezTo>
                      <a:pt x="2472" y="161677"/>
                      <a:pt x="2805" y="163458"/>
                      <a:pt x="3091" y="165259"/>
                    </a:cubicBezTo>
                    <a:cubicBezTo>
                      <a:pt x="3282" y="166421"/>
                      <a:pt x="3453" y="167583"/>
                      <a:pt x="3663" y="168745"/>
                    </a:cubicBezTo>
                    <a:cubicBezTo>
                      <a:pt x="3748" y="169240"/>
                      <a:pt x="3815" y="169726"/>
                      <a:pt x="3901" y="170221"/>
                    </a:cubicBezTo>
                    <a:cubicBezTo>
                      <a:pt x="4510" y="173488"/>
                      <a:pt x="5186" y="176746"/>
                      <a:pt x="5920" y="179994"/>
                    </a:cubicBezTo>
                    <a:cubicBezTo>
                      <a:pt x="5968" y="180204"/>
                      <a:pt x="6025" y="180404"/>
                      <a:pt x="6072" y="180613"/>
                    </a:cubicBezTo>
                    <a:cubicBezTo>
                      <a:pt x="6225" y="181251"/>
                      <a:pt x="6396" y="181880"/>
                      <a:pt x="6549" y="182508"/>
                    </a:cubicBezTo>
                    <a:cubicBezTo>
                      <a:pt x="7101" y="184813"/>
                      <a:pt x="7654" y="187128"/>
                      <a:pt x="8273" y="189414"/>
                    </a:cubicBezTo>
                    <a:cubicBezTo>
                      <a:pt x="8549" y="190452"/>
                      <a:pt x="8882" y="191481"/>
                      <a:pt x="9177" y="192510"/>
                    </a:cubicBezTo>
                    <a:cubicBezTo>
                      <a:pt x="9492" y="193605"/>
                      <a:pt x="9806" y="194681"/>
                      <a:pt x="10130" y="195767"/>
                    </a:cubicBezTo>
                    <a:cubicBezTo>
                      <a:pt x="10416" y="196720"/>
                      <a:pt x="10663" y="197682"/>
                      <a:pt x="10959" y="198625"/>
                    </a:cubicBezTo>
                    <a:cubicBezTo>
                      <a:pt x="11730" y="201101"/>
                      <a:pt x="12578" y="203549"/>
                      <a:pt x="13426" y="205988"/>
                    </a:cubicBezTo>
                    <a:cubicBezTo>
                      <a:pt x="13588" y="206445"/>
                      <a:pt x="13721" y="206902"/>
                      <a:pt x="13883" y="207359"/>
                    </a:cubicBezTo>
                    <a:cubicBezTo>
                      <a:pt x="13931" y="207483"/>
                      <a:pt x="13968" y="207616"/>
                      <a:pt x="14007" y="207740"/>
                    </a:cubicBezTo>
                    <a:cubicBezTo>
                      <a:pt x="15102" y="210817"/>
                      <a:pt x="16264" y="213855"/>
                      <a:pt x="17483" y="216856"/>
                    </a:cubicBezTo>
                    <a:cubicBezTo>
                      <a:pt x="17703" y="217399"/>
                      <a:pt x="17950" y="217922"/>
                      <a:pt x="18179" y="218465"/>
                    </a:cubicBezTo>
                    <a:cubicBezTo>
                      <a:pt x="18636" y="219561"/>
                      <a:pt x="19112" y="220637"/>
                      <a:pt x="19588" y="221723"/>
                    </a:cubicBezTo>
                    <a:cubicBezTo>
                      <a:pt x="20227" y="223190"/>
                      <a:pt x="20827" y="224685"/>
                      <a:pt x="21494" y="226133"/>
                    </a:cubicBezTo>
                    <a:cubicBezTo>
                      <a:pt x="22008" y="227257"/>
                      <a:pt x="22589" y="228333"/>
                      <a:pt x="23113" y="229438"/>
                    </a:cubicBezTo>
                    <a:cubicBezTo>
                      <a:pt x="23741" y="230752"/>
                      <a:pt x="24379" y="232067"/>
                      <a:pt x="25037" y="233353"/>
                    </a:cubicBezTo>
                    <a:cubicBezTo>
                      <a:pt x="25437" y="234144"/>
                      <a:pt x="25808" y="234972"/>
                      <a:pt x="26218" y="235763"/>
                    </a:cubicBezTo>
                    <a:cubicBezTo>
                      <a:pt x="26961" y="237172"/>
                      <a:pt x="27770" y="238515"/>
                      <a:pt x="28542" y="239897"/>
                    </a:cubicBezTo>
                    <a:cubicBezTo>
                      <a:pt x="29399" y="241449"/>
                      <a:pt x="30256" y="243011"/>
                      <a:pt x="31142" y="244526"/>
                    </a:cubicBezTo>
                    <a:cubicBezTo>
                      <a:pt x="31456" y="245050"/>
                      <a:pt x="31733" y="245611"/>
                      <a:pt x="32047" y="246136"/>
                    </a:cubicBezTo>
                    <a:cubicBezTo>
                      <a:pt x="32704" y="247221"/>
                      <a:pt x="33438" y="248212"/>
                      <a:pt x="34114" y="249269"/>
                    </a:cubicBezTo>
                    <a:cubicBezTo>
                      <a:pt x="35581" y="251584"/>
                      <a:pt x="37057" y="253870"/>
                      <a:pt x="38600" y="256089"/>
                    </a:cubicBezTo>
                    <a:cubicBezTo>
                      <a:pt x="39029" y="256699"/>
                      <a:pt x="39410" y="257375"/>
                      <a:pt x="39838" y="257975"/>
                    </a:cubicBezTo>
                    <a:cubicBezTo>
                      <a:pt x="40248" y="258546"/>
                      <a:pt x="40734" y="259004"/>
                      <a:pt x="41144" y="259566"/>
                    </a:cubicBezTo>
                    <a:cubicBezTo>
                      <a:pt x="44715" y="264405"/>
                      <a:pt x="48420" y="269052"/>
                      <a:pt x="52392" y="273263"/>
                    </a:cubicBezTo>
                    <a:cubicBezTo>
                      <a:pt x="74157" y="296380"/>
                      <a:pt x="97617" y="305019"/>
                      <a:pt x="118010" y="300323"/>
                    </a:cubicBezTo>
                    <a:lnTo>
                      <a:pt x="220090" y="276796"/>
                    </a:lnTo>
                    <a:cubicBezTo>
                      <a:pt x="199697" y="281483"/>
                      <a:pt x="176236" y="272844"/>
                      <a:pt x="154472" y="249736"/>
                    </a:cubicBezTo>
                    <a:cubicBezTo>
                      <a:pt x="150500" y="245516"/>
                      <a:pt x="146795" y="240868"/>
                      <a:pt x="143213" y="236029"/>
                    </a:cubicBezTo>
                    <a:cubicBezTo>
                      <a:pt x="142356" y="234905"/>
                      <a:pt x="141499" y="233772"/>
                      <a:pt x="140670" y="232600"/>
                    </a:cubicBezTo>
                    <a:close/>
                  </a:path>
                </a:pathLst>
              </a:custGeom>
              <a:solidFill>
                <a:srgbClr val="FFBF8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7"/>
              <p:cNvSpPr/>
              <p:nvPr/>
            </p:nvSpPr>
            <p:spPr>
              <a:xfrm rot="-777384">
                <a:off x="5833346" y="2956928"/>
                <a:ext cx="164508" cy="284004"/>
              </a:xfrm>
              <a:custGeom>
                <a:avLst/>
                <a:gdLst>
                  <a:gd name="connsiteX0" fmla="*/ 164509 w 164508"/>
                  <a:gd name="connsiteY0" fmla="*/ 142002 h 284004"/>
                  <a:gd name="connsiteX1" fmla="*/ 82255 w 164508"/>
                  <a:gd name="connsiteY1" fmla="*/ 284004 h 284004"/>
                  <a:gd name="connsiteX2" fmla="*/ 0 w 164508"/>
                  <a:gd name="connsiteY2" fmla="*/ 142002 h 284004"/>
                  <a:gd name="connsiteX3" fmla="*/ 82255 w 164508"/>
                  <a:gd name="connsiteY3" fmla="*/ 0 h 284004"/>
                  <a:gd name="connsiteX4" fmla="*/ 164509 w 164508"/>
                  <a:gd name="connsiteY4" fmla="*/ 142002 h 28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08" h="284004">
                    <a:moveTo>
                      <a:pt x="164509" y="142002"/>
                    </a:moveTo>
                    <a:cubicBezTo>
                      <a:pt x="164509" y="220428"/>
                      <a:pt x="127683" y="284004"/>
                      <a:pt x="82255" y="284004"/>
                    </a:cubicBezTo>
                    <a:cubicBezTo>
                      <a:pt x="36827" y="284004"/>
                      <a:pt x="0" y="220428"/>
                      <a:pt x="0" y="142002"/>
                    </a:cubicBezTo>
                    <a:cubicBezTo>
                      <a:pt x="0" y="63577"/>
                      <a:pt x="36827" y="0"/>
                      <a:pt x="82255" y="0"/>
                    </a:cubicBezTo>
                    <a:cubicBezTo>
                      <a:pt x="127683" y="0"/>
                      <a:pt x="164509" y="63577"/>
                      <a:pt x="164509" y="142002"/>
                    </a:cubicBezTo>
                    <a:close/>
                  </a:path>
                </a:pathLst>
              </a:custGeom>
              <a:solidFill>
                <a:srgbClr val="EFACA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8"/>
              <p:cNvSpPr/>
              <p:nvPr/>
            </p:nvSpPr>
            <p:spPr>
              <a:xfrm>
                <a:off x="4044638" y="3490645"/>
                <a:ext cx="91754" cy="61617"/>
              </a:xfrm>
              <a:custGeom>
                <a:avLst/>
                <a:gdLst>
                  <a:gd name="connsiteX0" fmla="*/ 79924 w 91754"/>
                  <a:gd name="connsiteY0" fmla="*/ 0 h 61617"/>
                  <a:gd name="connsiteX1" fmla="*/ 0 w 91754"/>
                  <a:gd name="connsiteY1" fmla="*/ 55131 h 61617"/>
                  <a:gd name="connsiteX2" fmla="*/ 91754 w 91754"/>
                  <a:gd name="connsiteY2" fmla="*/ 61617 h 61617"/>
                  <a:gd name="connsiteX3" fmla="*/ 79924 w 91754"/>
                  <a:gd name="connsiteY3" fmla="*/ 0 h 61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754" h="61617">
                    <a:moveTo>
                      <a:pt x="79924" y="0"/>
                    </a:moveTo>
                    <a:lnTo>
                      <a:pt x="0" y="55131"/>
                    </a:lnTo>
                    <a:lnTo>
                      <a:pt x="91754" y="61617"/>
                    </a:lnTo>
                    <a:cubicBezTo>
                      <a:pt x="85211" y="41710"/>
                      <a:pt x="81096" y="20650"/>
                      <a:pt x="799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9"/>
              <p:cNvSpPr/>
              <p:nvPr/>
            </p:nvSpPr>
            <p:spPr>
              <a:xfrm>
                <a:off x="5727587" y="2960703"/>
                <a:ext cx="220089" cy="301566"/>
              </a:xfrm>
              <a:custGeom>
                <a:avLst/>
                <a:gdLst>
                  <a:gd name="connsiteX0" fmla="*/ 140680 w 220089"/>
                  <a:gd name="connsiteY0" fmla="*/ 232601 h 301566"/>
                  <a:gd name="connsiteX1" fmla="*/ 136174 w 220089"/>
                  <a:gd name="connsiteY1" fmla="*/ 225762 h 301566"/>
                  <a:gd name="connsiteX2" fmla="*/ 133212 w 220089"/>
                  <a:gd name="connsiteY2" fmla="*/ 221028 h 301566"/>
                  <a:gd name="connsiteX3" fmla="*/ 130612 w 220089"/>
                  <a:gd name="connsiteY3" fmla="*/ 216408 h 301566"/>
                  <a:gd name="connsiteX4" fmla="*/ 127097 w 220089"/>
                  <a:gd name="connsiteY4" fmla="*/ 209845 h 301566"/>
                  <a:gd name="connsiteX5" fmla="*/ 125182 w 220089"/>
                  <a:gd name="connsiteY5" fmla="*/ 205950 h 301566"/>
                  <a:gd name="connsiteX6" fmla="*/ 121649 w 220089"/>
                  <a:gd name="connsiteY6" fmla="*/ 198225 h 301566"/>
                  <a:gd name="connsiteX7" fmla="*/ 120239 w 220089"/>
                  <a:gd name="connsiteY7" fmla="*/ 194967 h 301566"/>
                  <a:gd name="connsiteX8" fmla="*/ 115944 w 220089"/>
                  <a:gd name="connsiteY8" fmla="*/ 183861 h 301566"/>
                  <a:gd name="connsiteX9" fmla="*/ 115486 w 220089"/>
                  <a:gd name="connsiteY9" fmla="*/ 182489 h 301566"/>
                  <a:gd name="connsiteX10" fmla="*/ 112190 w 220089"/>
                  <a:gd name="connsiteY10" fmla="*/ 172269 h 301566"/>
                  <a:gd name="connsiteX11" fmla="*/ 111238 w 220089"/>
                  <a:gd name="connsiteY11" fmla="*/ 169012 h 301566"/>
                  <a:gd name="connsiteX12" fmla="*/ 108618 w 220089"/>
                  <a:gd name="connsiteY12" fmla="*/ 159010 h 301566"/>
                  <a:gd name="connsiteX13" fmla="*/ 108142 w 220089"/>
                  <a:gd name="connsiteY13" fmla="*/ 157115 h 301566"/>
                  <a:gd name="connsiteX14" fmla="*/ 105723 w 220089"/>
                  <a:gd name="connsiteY14" fmla="*/ 145247 h 301566"/>
                  <a:gd name="connsiteX15" fmla="*/ 105152 w 220089"/>
                  <a:gd name="connsiteY15" fmla="*/ 141761 h 301566"/>
                  <a:gd name="connsiteX16" fmla="*/ 103885 w 220089"/>
                  <a:gd name="connsiteY16" fmla="*/ 133131 h 301566"/>
                  <a:gd name="connsiteX17" fmla="*/ 103332 w 220089"/>
                  <a:gd name="connsiteY17" fmla="*/ 128445 h 301566"/>
                  <a:gd name="connsiteX18" fmla="*/ 102684 w 220089"/>
                  <a:gd name="connsiteY18" fmla="*/ 121101 h 301566"/>
                  <a:gd name="connsiteX19" fmla="*/ 102284 w 220089"/>
                  <a:gd name="connsiteY19" fmla="*/ 114948 h 301566"/>
                  <a:gd name="connsiteX20" fmla="*/ 102113 w 220089"/>
                  <a:gd name="connsiteY20" fmla="*/ 109157 h 301566"/>
                  <a:gd name="connsiteX21" fmla="*/ 102123 w 220089"/>
                  <a:gd name="connsiteY21" fmla="*/ 99355 h 301566"/>
                  <a:gd name="connsiteX22" fmla="*/ 102284 w 220089"/>
                  <a:gd name="connsiteY22" fmla="*/ 94622 h 301566"/>
                  <a:gd name="connsiteX23" fmla="*/ 104113 w 220089"/>
                  <a:gd name="connsiteY23" fmla="*/ 75848 h 301566"/>
                  <a:gd name="connsiteX24" fmla="*/ 104675 w 220089"/>
                  <a:gd name="connsiteY24" fmla="*/ 72647 h 301566"/>
                  <a:gd name="connsiteX25" fmla="*/ 108885 w 220089"/>
                  <a:gd name="connsiteY25" fmla="*/ 54159 h 301566"/>
                  <a:gd name="connsiteX26" fmla="*/ 113838 w 220089"/>
                  <a:gd name="connsiteY26" fmla="*/ 40862 h 301566"/>
                  <a:gd name="connsiteX27" fmla="*/ 115629 w 220089"/>
                  <a:gd name="connsiteY27" fmla="*/ 37024 h 301566"/>
                  <a:gd name="connsiteX28" fmla="*/ 119153 w 220089"/>
                  <a:gd name="connsiteY28" fmla="*/ 30356 h 301566"/>
                  <a:gd name="connsiteX29" fmla="*/ 121554 w 220089"/>
                  <a:gd name="connsiteY29" fmla="*/ 26403 h 301566"/>
                  <a:gd name="connsiteX30" fmla="*/ 123973 w 220089"/>
                  <a:gd name="connsiteY30" fmla="*/ 22927 h 301566"/>
                  <a:gd name="connsiteX31" fmla="*/ 127297 w 220089"/>
                  <a:gd name="connsiteY31" fmla="*/ 18688 h 301566"/>
                  <a:gd name="connsiteX32" fmla="*/ 129307 w 220089"/>
                  <a:gd name="connsiteY32" fmla="*/ 16393 h 301566"/>
                  <a:gd name="connsiteX33" fmla="*/ 133908 w 220089"/>
                  <a:gd name="connsiteY33" fmla="*/ 11906 h 301566"/>
                  <a:gd name="connsiteX34" fmla="*/ 135022 w 220089"/>
                  <a:gd name="connsiteY34" fmla="*/ 10878 h 301566"/>
                  <a:gd name="connsiteX35" fmla="*/ 141089 w 220089"/>
                  <a:gd name="connsiteY35" fmla="*/ 6477 h 301566"/>
                  <a:gd name="connsiteX36" fmla="*/ 142651 w 220089"/>
                  <a:gd name="connsiteY36" fmla="*/ 5572 h 301566"/>
                  <a:gd name="connsiteX37" fmla="*/ 147795 w 220089"/>
                  <a:gd name="connsiteY37" fmla="*/ 2943 h 301566"/>
                  <a:gd name="connsiteX38" fmla="*/ 149443 w 220089"/>
                  <a:gd name="connsiteY38" fmla="*/ 2219 h 301566"/>
                  <a:gd name="connsiteX39" fmla="*/ 156406 w 220089"/>
                  <a:gd name="connsiteY39" fmla="*/ 0 h 301566"/>
                  <a:gd name="connsiteX40" fmla="*/ 54326 w 220089"/>
                  <a:gd name="connsiteY40" fmla="*/ 23517 h 301566"/>
                  <a:gd name="connsiteX41" fmla="*/ 53707 w 220089"/>
                  <a:gd name="connsiteY41" fmla="*/ 23660 h 301566"/>
                  <a:gd name="connsiteX42" fmla="*/ 48335 w 220089"/>
                  <a:gd name="connsiteY42" fmla="*/ 25308 h 301566"/>
                  <a:gd name="connsiteX43" fmla="*/ 47363 w 220089"/>
                  <a:gd name="connsiteY43" fmla="*/ 25737 h 301566"/>
                  <a:gd name="connsiteX44" fmla="*/ 45725 w 220089"/>
                  <a:gd name="connsiteY44" fmla="*/ 26461 h 301566"/>
                  <a:gd name="connsiteX45" fmla="*/ 43182 w 220089"/>
                  <a:gd name="connsiteY45" fmla="*/ 27575 h 301566"/>
                  <a:gd name="connsiteX46" fmla="*/ 40572 w 220089"/>
                  <a:gd name="connsiteY46" fmla="*/ 29090 h 301566"/>
                  <a:gd name="connsiteX47" fmla="*/ 39010 w 220089"/>
                  <a:gd name="connsiteY47" fmla="*/ 29994 h 301566"/>
                  <a:gd name="connsiteX48" fmla="*/ 38172 w 220089"/>
                  <a:gd name="connsiteY48" fmla="*/ 30480 h 301566"/>
                  <a:gd name="connsiteX49" fmla="*/ 33247 w 220089"/>
                  <a:gd name="connsiteY49" fmla="*/ 34119 h 301566"/>
                  <a:gd name="connsiteX50" fmla="*/ 32943 w 220089"/>
                  <a:gd name="connsiteY50" fmla="*/ 34395 h 301566"/>
                  <a:gd name="connsiteX51" fmla="*/ 31828 w 220089"/>
                  <a:gd name="connsiteY51" fmla="*/ 35423 h 301566"/>
                  <a:gd name="connsiteX52" fmla="*/ 28351 w 220089"/>
                  <a:gd name="connsiteY52" fmla="*/ 38633 h 301566"/>
                  <a:gd name="connsiteX53" fmla="*/ 27237 w 220089"/>
                  <a:gd name="connsiteY53" fmla="*/ 39910 h 301566"/>
                  <a:gd name="connsiteX54" fmla="*/ 25227 w 220089"/>
                  <a:gd name="connsiteY54" fmla="*/ 42205 h 301566"/>
                  <a:gd name="connsiteX55" fmla="*/ 23379 w 220089"/>
                  <a:gd name="connsiteY55" fmla="*/ 44310 h 301566"/>
                  <a:gd name="connsiteX56" fmla="*/ 21903 w 220089"/>
                  <a:gd name="connsiteY56" fmla="*/ 46434 h 301566"/>
                  <a:gd name="connsiteX57" fmla="*/ 19484 w 220089"/>
                  <a:gd name="connsiteY57" fmla="*/ 49911 h 301566"/>
                  <a:gd name="connsiteX58" fmla="*/ 18198 w 220089"/>
                  <a:gd name="connsiteY58" fmla="*/ 51759 h 301566"/>
                  <a:gd name="connsiteX59" fmla="*/ 17083 w 220089"/>
                  <a:gd name="connsiteY59" fmla="*/ 53873 h 301566"/>
                  <a:gd name="connsiteX60" fmla="*/ 13559 w 220089"/>
                  <a:gd name="connsiteY60" fmla="*/ 60541 h 301566"/>
                  <a:gd name="connsiteX61" fmla="*/ 12331 w 220089"/>
                  <a:gd name="connsiteY61" fmla="*/ 62865 h 301566"/>
                  <a:gd name="connsiteX62" fmla="*/ 11768 w 220089"/>
                  <a:gd name="connsiteY62" fmla="*/ 64380 h 301566"/>
                  <a:gd name="connsiteX63" fmla="*/ 6815 w 220089"/>
                  <a:gd name="connsiteY63" fmla="*/ 77676 h 301566"/>
                  <a:gd name="connsiteX64" fmla="*/ 2605 w 220089"/>
                  <a:gd name="connsiteY64" fmla="*/ 96164 h 301566"/>
                  <a:gd name="connsiteX65" fmla="*/ 2043 w 220089"/>
                  <a:gd name="connsiteY65" fmla="*/ 99365 h 301566"/>
                  <a:gd name="connsiteX66" fmla="*/ 215 w 220089"/>
                  <a:gd name="connsiteY66" fmla="*/ 118139 h 301566"/>
                  <a:gd name="connsiteX67" fmla="*/ 62 w 220089"/>
                  <a:gd name="connsiteY67" fmla="*/ 119729 h 301566"/>
                  <a:gd name="connsiteX68" fmla="*/ 62 w 220089"/>
                  <a:gd name="connsiteY68" fmla="*/ 122863 h 301566"/>
                  <a:gd name="connsiteX69" fmla="*/ 53 w 220089"/>
                  <a:gd name="connsiteY69" fmla="*/ 132683 h 301566"/>
                  <a:gd name="connsiteX70" fmla="*/ 53 w 220089"/>
                  <a:gd name="connsiteY70" fmla="*/ 135817 h 301566"/>
                  <a:gd name="connsiteX71" fmla="*/ 224 w 220089"/>
                  <a:gd name="connsiteY71" fmla="*/ 138446 h 301566"/>
                  <a:gd name="connsiteX72" fmla="*/ 624 w 220089"/>
                  <a:gd name="connsiteY72" fmla="*/ 144618 h 301566"/>
                  <a:gd name="connsiteX73" fmla="*/ 891 w 220089"/>
                  <a:gd name="connsiteY73" fmla="*/ 148676 h 301566"/>
                  <a:gd name="connsiteX74" fmla="*/ 1272 w 220089"/>
                  <a:gd name="connsiteY74" fmla="*/ 151952 h 301566"/>
                  <a:gd name="connsiteX75" fmla="*/ 1824 w 220089"/>
                  <a:gd name="connsiteY75" fmla="*/ 156639 h 301566"/>
                  <a:gd name="connsiteX76" fmla="*/ 2205 w 220089"/>
                  <a:gd name="connsiteY76" fmla="*/ 159887 h 301566"/>
                  <a:gd name="connsiteX77" fmla="*/ 3091 w 220089"/>
                  <a:gd name="connsiteY77" fmla="*/ 165268 h 301566"/>
                  <a:gd name="connsiteX78" fmla="*/ 3663 w 220089"/>
                  <a:gd name="connsiteY78" fmla="*/ 168755 h 301566"/>
                  <a:gd name="connsiteX79" fmla="*/ 3901 w 220089"/>
                  <a:gd name="connsiteY79" fmla="*/ 170231 h 301566"/>
                  <a:gd name="connsiteX80" fmla="*/ 5929 w 220089"/>
                  <a:gd name="connsiteY80" fmla="*/ 180004 h 301566"/>
                  <a:gd name="connsiteX81" fmla="*/ 6082 w 220089"/>
                  <a:gd name="connsiteY81" fmla="*/ 180623 h 301566"/>
                  <a:gd name="connsiteX82" fmla="*/ 6558 w 220089"/>
                  <a:gd name="connsiteY82" fmla="*/ 182518 h 301566"/>
                  <a:gd name="connsiteX83" fmla="*/ 8282 w 220089"/>
                  <a:gd name="connsiteY83" fmla="*/ 189424 h 301566"/>
                  <a:gd name="connsiteX84" fmla="*/ 9187 w 220089"/>
                  <a:gd name="connsiteY84" fmla="*/ 192519 h 301566"/>
                  <a:gd name="connsiteX85" fmla="*/ 10140 w 220089"/>
                  <a:gd name="connsiteY85" fmla="*/ 195777 h 301566"/>
                  <a:gd name="connsiteX86" fmla="*/ 10969 w 220089"/>
                  <a:gd name="connsiteY86" fmla="*/ 198634 h 301566"/>
                  <a:gd name="connsiteX87" fmla="*/ 13435 w 220089"/>
                  <a:gd name="connsiteY87" fmla="*/ 205997 h 301566"/>
                  <a:gd name="connsiteX88" fmla="*/ 13893 w 220089"/>
                  <a:gd name="connsiteY88" fmla="*/ 207369 h 301566"/>
                  <a:gd name="connsiteX89" fmla="*/ 14017 w 220089"/>
                  <a:gd name="connsiteY89" fmla="*/ 207750 h 301566"/>
                  <a:gd name="connsiteX90" fmla="*/ 17493 w 220089"/>
                  <a:gd name="connsiteY90" fmla="*/ 216865 h 301566"/>
                  <a:gd name="connsiteX91" fmla="*/ 18188 w 220089"/>
                  <a:gd name="connsiteY91" fmla="*/ 218475 h 301566"/>
                  <a:gd name="connsiteX92" fmla="*/ 19598 w 220089"/>
                  <a:gd name="connsiteY92" fmla="*/ 221733 h 301566"/>
                  <a:gd name="connsiteX93" fmla="*/ 21503 w 220089"/>
                  <a:gd name="connsiteY93" fmla="*/ 226143 h 301566"/>
                  <a:gd name="connsiteX94" fmla="*/ 23122 w 220089"/>
                  <a:gd name="connsiteY94" fmla="*/ 229448 h 301566"/>
                  <a:gd name="connsiteX95" fmla="*/ 25046 w 220089"/>
                  <a:gd name="connsiteY95" fmla="*/ 233363 h 301566"/>
                  <a:gd name="connsiteX96" fmla="*/ 26227 w 220089"/>
                  <a:gd name="connsiteY96" fmla="*/ 235773 h 301566"/>
                  <a:gd name="connsiteX97" fmla="*/ 28551 w 220089"/>
                  <a:gd name="connsiteY97" fmla="*/ 239906 h 301566"/>
                  <a:gd name="connsiteX98" fmla="*/ 31152 w 220089"/>
                  <a:gd name="connsiteY98" fmla="*/ 244535 h 301566"/>
                  <a:gd name="connsiteX99" fmla="*/ 32057 w 220089"/>
                  <a:gd name="connsiteY99" fmla="*/ 246145 h 301566"/>
                  <a:gd name="connsiteX100" fmla="*/ 34124 w 220089"/>
                  <a:gd name="connsiteY100" fmla="*/ 249279 h 301566"/>
                  <a:gd name="connsiteX101" fmla="*/ 38610 w 220089"/>
                  <a:gd name="connsiteY101" fmla="*/ 256099 h 301566"/>
                  <a:gd name="connsiteX102" fmla="*/ 39848 w 220089"/>
                  <a:gd name="connsiteY102" fmla="*/ 257985 h 301566"/>
                  <a:gd name="connsiteX103" fmla="*/ 41153 w 220089"/>
                  <a:gd name="connsiteY103" fmla="*/ 259575 h 301566"/>
                  <a:gd name="connsiteX104" fmla="*/ 52402 w 220089"/>
                  <a:gd name="connsiteY104" fmla="*/ 273272 h 301566"/>
                  <a:gd name="connsiteX105" fmla="*/ 118010 w 220089"/>
                  <a:gd name="connsiteY105" fmla="*/ 300333 h 301566"/>
                  <a:gd name="connsiteX106" fmla="*/ 220089 w 220089"/>
                  <a:gd name="connsiteY106" fmla="*/ 276806 h 301566"/>
                  <a:gd name="connsiteX107" fmla="*/ 154472 w 220089"/>
                  <a:gd name="connsiteY107" fmla="*/ 249746 h 301566"/>
                  <a:gd name="connsiteX108" fmla="*/ 143213 w 220089"/>
                  <a:gd name="connsiteY108" fmla="*/ 236039 h 301566"/>
                  <a:gd name="connsiteX109" fmla="*/ 140680 w 220089"/>
                  <a:gd name="connsiteY109" fmla="*/ 232601 h 30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</a:cxnLst>
                <a:rect l="l" t="t" r="r" b="b"/>
                <a:pathLst>
                  <a:path w="220089" h="301566">
                    <a:moveTo>
                      <a:pt x="140680" y="232601"/>
                    </a:moveTo>
                    <a:cubicBezTo>
                      <a:pt x="139127" y="230381"/>
                      <a:pt x="137641" y="228086"/>
                      <a:pt x="136174" y="225762"/>
                    </a:cubicBezTo>
                    <a:cubicBezTo>
                      <a:pt x="135184" y="224190"/>
                      <a:pt x="134165" y="222638"/>
                      <a:pt x="133212" y="221028"/>
                    </a:cubicBezTo>
                    <a:cubicBezTo>
                      <a:pt x="132317" y="219513"/>
                      <a:pt x="131469" y="217951"/>
                      <a:pt x="130612" y="216408"/>
                    </a:cubicBezTo>
                    <a:cubicBezTo>
                      <a:pt x="129412" y="214246"/>
                      <a:pt x="128221" y="212074"/>
                      <a:pt x="127097" y="209845"/>
                    </a:cubicBezTo>
                    <a:cubicBezTo>
                      <a:pt x="126449" y="208559"/>
                      <a:pt x="125812" y="207255"/>
                      <a:pt x="125182" y="205950"/>
                    </a:cubicBezTo>
                    <a:cubicBezTo>
                      <a:pt x="123963" y="203416"/>
                      <a:pt x="122782" y="200835"/>
                      <a:pt x="121649" y="198225"/>
                    </a:cubicBezTo>
                    <a:cubicBezTo>
                      <a:pt x="121182" y="197139"/>
                      <a:pt x="120696" y="196063"/>
                      <a:pt x="120239" y="194967"/>
                    </a:cubicBezTo>
                    <a:cubicBezTo>
                      <a:pt x="118725" y="191319"/>
                      <a:pt x="117277" y="187623"/>
                      <a:pt x="115944" y="183861"/>
                    </a:cubicBezTo>
                    <a:cubicBezTo>
                      <a:pt x="115781" y="183414"/>
                      <a:pt x="115638" y="182947"/>
                      <a:pt x="115486" y="182489"/>
                    </a:cubicBezTo>
                    <a:cubicBezTo>
                      <a:pt x="114315" y="179118"/>
                      <a:pt x="113219" y="175708"/>
                      <a:pt x="112190" y="172269"/>
                    </a:cubicBezTo>
                    <a:cubicBezTo>
                      <a:pt x="111866" y="171183"/>
                      <a:pt x="111553" y="170097"/>
                      <a:pt x="111238" y="169012"/>
                    </a:cubicBezTo>
                    <a:cubicBezTo>
                      <a:pt x="110295" y="165697"/>
                      <a:pt x="109419" y="162363"/>
                      <a:pt x="108618" y="159010"/>
                    </a:cubicBezTo>
                    <a:cubicBezTo>
                      <a:pt x="108466" y="158382"/>
                      <a:pt x="108295" y="157744"/>
                      <a:pt x="108142" y="157115"/>
                    </a:cubicBezTo>
                    <a:cubicBezTo>
                      <a:pt x="107238" y="153181"/>
                      <a:pt x="106437" y="149219"/>
                      <a:pt x="105723" y="145247"/>
                    </a:cubicBezTo>
                    <a:cubicBezTo>
                      <a:pt x="105513" y="144085"/>
                      <a:pt x="105342" y="142923"/>
                      <a:pt x="105152" y="141761"/>
                    </a:cubicBezTo>
                    <a:cubicBezTo>
                      <a:pt x="104675" y="138884"/>
                      <a:pt x="104256" y="136008"/>
                      <a:pt x="103885" y="133131"/>
                    </a:cubicBezTo>
                    <a:cubicBezTo>
                      <a:pt x="103684" y="131569"/>
                      <a:pt x="103504" y="130007"/>
                      <a:pt x="103332" y="128445"/>
                    </a:cubicBezTo>
                    <a:cubicBezTo>
                      <a:pt x="103066" y="125997"/>
                      <a:pt x="102865" y="123549"/>
                      <a:pt x="102684" y="121101"/>
                    </a:cubicBezTo>
                    <a:cubicBezTo>
                      <a:pt x="102532" y="119053"/>
                      <a:pt x="102380" y="116996"/>
                      <a:pt x="102284" y="114948"/>
                    </a:cubicBezTo>
                    <a:cubicBezTo>
                      <a:pt x="102189" y="113014"/>
                      <a:pt x="102161" y="111081"/>
                      <a:pt x="102113" y="109157"/>
                    </a:cubicBezTo>
                    <a:cubicBezTo>
                      <a:pt x="102037" y="105871"/>
                      <a:pt x="102046" y="102603"/>
                      <a:pt x="102123" y="99355"/>
                    </a:cubicBezTo>
                    <a:cubicBezTo>
                      <a:pt x="102161" y="97774"/>
                      <a:pt x="102208" y="96193"/>
                      <a:pt x="102284" y="94622"/>
                    </a:cubicBezTo>
                    <a:cubicBezTo>
                      <a:pt x="102589" y="88240"/>
                      <a:pt x="103190" y="81963"/>
                      <a:pt x="104113" y="75848"/>
                    </a:cubicBezTo>
                    <a:cubicBezTo>
                      <a:pt x="104275" y="74771"/>
                      <a:pt x="104485" y="73714"/>
                      <a:pt x="104675" y="72647"/>
                    </a:cubicBezTo>
                    <a:cubicBezTo>
                      <a:pt x="105761" y="66304"/>
                      <a:pt x="107085" y="60084"/>
                      <a:pt x="108885" y="54159"/>
                    </a:cubicBezTo>
                    <a:cubicBezTo>
                      <a:pt x="110333" y="49397"/>
                      <a:pt x="112029" y="45025"/>
                      <a:pt x="113838" y="40862"/>
                    </a:cubicBezTo>
                    <a:cubicBezTo>
                      <a:pt x="114410" y="39538"/>
                      <a:pt x="115019" y="38291"/>
                      <a:pt x="115629" y="37024"/>
                    </a:cubicBezTo>
                    <a:cubicBezTo>
                      <a:pt x="116753" y="34700"/>
                      <a:pt x="117925" y="32471"/>
                      <a:pt x="119153" y="30356"/>
                    </a:cubicBezTo>
                    <a:cubicBezTo>
                      <a:pt x="119935" y="29004"/>
                      <a:pt x="120725" y="27661"/>
                      <a:pt x="121554" y="26403"/>
                    </a:cubicBezTo>
                    <a:cubicBezTo>
                      <a:pt x="122344" y="25203"/>
                      <a:pt x="123154" y="24051"/>
                      <a:pt x="123973" y="22927"/>
                    </a:cubicBezTo>
                    <a:cubicBezTo>
                      <a:pt x="125049" y="21450"/>
                      <a:pt x="126154" y="20031"/>
                      <a:pt x="127297" y="18688"/>
                    </a:cubicBezTo>
                    <a:cubicBezTo>
                      <a:pt x="127954" y="17907"/>
                      <a:pt x="128621" y="17136"/>
                      <a:pt x="129307" y="16393"/>
                    </a:cubicBezTo>
                    <a:cubicBezTo>
                      <a:pt x="130793" y="14792"/>
                      <a:pt x="132326" y="13297"/>
                      <a:pt x="133908" y="11906"/>
                    </a:cubicBezTo>
                    <a:cubicBezTo>
                      <a:pt x="134279" y="11573"/>
                      <a:pt x="134641" y="11201"/>
                      <a:pt x="135022" y="10878"/>
                    </a:cubicBezTo>
                    <a:cubicBezTo>
                      <a:pt x="136984" y="9239"/>
                      <a:pt x="139013" y="7782"/>
                      <a:pt x="141089" y="6477"/>
                    </a:cubicBezTo>
                    <a:cubicBezTo>
                      <a:pt x="141604" y="6153"/>
                      <a:pt x="142127" y="5877"/>
                      <a:pt x="142651" y="5572"/>
                    </a:cubicBezTo>
                    <a:cubicBezTo>
                      <a:pt x="144337" y="4591"/>
                      <a:pt x="146052" y="3715"/>
                      <a:pt x="147795" y="2943"/>
                    </a:cubicBezTo>
                    <a:cubicBezTo>
                      <a:pt x="148338" y="2705"/>
                      <a:pt x="148890" y="2439"/>
                      <a:pt x="149443" y="2219"/>
                    </a:cubicBezTo>
                    <a:cubicBezTo>
                      <a:pt x="151719" y="1314"/>
                      <a:pt x="154034" y="543"/>
                      <a:pt x="156406" y="0"/>
                    </a:cubicBezTo>
                    <a:lnTo>
                      <a:pt x="54326" y="23517"/>
                    </a:lnTo>
                    <a:cubicBezTo>
                      <a:pt x="54116" y="23565"/>
                      <a:pt x="53916" y="23613"/>
                      <a:pt x="53707" y="23660"/>
                    </a:cubicBezTo>
                    <a:cubicBezTo>
                      <a:pt x="51888" y="24098"/>
                      <a:pt x="50097" y="24651"/>
                      <a:pt x="48335" y="25308"/>
                    </a:cubicBezTo>
                    <a:cubicBezTo>
                      <a:pt x="48002" y="25432"/>
                      <a:pt x="47687" y="25603"/>
                      <a:pt x="47363" y="25737"/>
                    </a:cubicBezTo>
                    <a:cubicBezTo>
                      <a:pt x="46811" y="25956"/>
                      <a:pt x="46268" y="26213"/>
                      <a:pt x="45725" y="26461"/>
                    </a:cubicBezTo>
                    <a:cubicBezTo>
                      <a:pt x="44878" y="26832"/>
                      <a:pt x="44020" y="27156"/>
                      <a:pt x="43182" y="27575"/>
                    </a:cubicBezTo>
                    <a:cubicBezTo>
                      <a:pt x="42296" y="28023"/>
                      <a:pt x="41439" y="28585"/>
                      <a:pt x="40572" y="29090"/>
                    </a:cubicBezTo>
                    <a:cubicBezTo>
                      <a:pt x="40048" y="29394"/>
                      <a:pt x="39524" y="29671"/>
                      <a:pt x="39010" y="29994"/>
                    </a:cubicBezTo>
                    <a:cubicBezTo>
                      <a:pt x="38734" y="30166"/>
                      <a:pt x="38448" y="30299"/>
                      <a:pt x="38172" y="30480"/>
                    </a:cubicBezTo>
                    <a:cubicBezTo>
                      <a:pt x="36495" y="31585"/>
                      <a:pt x="34847" y="32795"/>
                      <a:pt x="33247" y="34119"/>
                    </a:cubicBezTo>
                    <a:cubicBezTo>
                      <a:pt x="33143" y="34204"/>
                      <a:pt x="33047" y="34309"/>
                      <a:pt x="32943" y="34395"/>
                    </a:cubicBezTo>
                    <a:cubicBezTo>
                      <a:pt x="32561" y="34719"/>
                      <a:pt x="32209" y="35090"/>
                      <a:pt x="31828" y="35423"/>
                    </a:cubicBezTo>
                    <a:cubicBezTo>
                      <a:pt x="30656" y="36462"/>
                      <a:pt x="29476" y="37481"/>
                      <a:pt x="28351" y="38633"/>
                    </a:cubicBezTo>
                    <a:cubicBezTo>
                      <a:pt x="27961" y="39024"/>
                      <a:pt x="27618" y="39500"/>
                      <a:pt x="27237" y="39910"/>
                    </a:cubicBezTo>
                    <a:cubicBezTo>
                      <a:pt x="26551" y="40643"/>
                      <a:pt x="25894" y="41424"/>
                      <a:pt x="25227" y="42205"/>
                    </a:cubicBezTo>
                    <a:cubicBezTo>
                      <a:pt x="24618" y="42920"/>
                      <a:pt x="23979" y="43558"/>
                      <a:pt x="23379" y="44310"/>
                    </a:cubicBezTo>
                    <a:cubicBezTo>
                      <a:pt x="22865" y="44968"/>
                      <a:pt x="22398" y="45749"/>
                      <a:pt x="21903" y="46434"/>
                    </a:cubicBezTo>
                    <a:cubicBezTo>
                      <a:pt x="21084" y="47558"/>
                      <a:pt x="20274" y="48711"/>
                      <a:pt x="19484" y="49911"/>
                    </a:cubicBezTo>
                    <a:cubicBezTo>
                      <a:pt x="19065" y="50549"/>
                      <a:pt x="18608" y="51102"/>
                      <a:pt x="18198" y="51759"/>
                    </a:cubicBezTo>
                    <a:cubicBezTo>
                      <a:pt x="17798" y="52407"/>
                      <a:pt x="17474" y="53207"/>
                      <a:pt x="17083" y="53873"/>
                    </a:cubicBezTo>
                    <a:cubicBezTo>
                      <a:pt x="15855" y="55988"/>
                      <a:pt x="14683" y="58217"/>
                      <a:pt x="13559" y="60541"/>
                    </a:cubicBezTo>
                    <a:cubicBezTo>
                      <a:pt x="13168" y="61351"/>
                      <a:pt x="12711" y="62027"/>
                      <a:pt x="12331" y="62865"/>
                    </a:cubicBezTo>
                    <a:cubicBezTo>
                      <a:pt x="12121" y="63332"/>
                      <a:pt x="11978" y="63903"/>
                      <a:pt x="11768" y="64380"/>
                    </a:cubicBezTo>
                    <a:cubicBezTo>
                      <a:pt x="9959" y="68552"/>
                      <a:pt x="8263" y="72914"/>
                      <a:pt x="6815" y="77676"/>
                    </a:cubicBezTo>
                    <a:cubicBezTo>
                      <a:pt x="5015" y="83601"/>
                      <a:pt x="3691" y="89821"/>
                      <a:pt x="2605" y="96164"/>
                    </a:cubicBezTo>
                    <a:cubicBezTo>
                      <a:pt x="2424" y="97231"/>
                      <a:pt x="2205" y="98279"/>
                      <a:pt x="2043" y="99365"/>
                    </a:cubicBezTo>
                    <a:cubicBezTo>
                      <a:pt x="1120" y="105489"/>
                      <a:pt x="519" y="111757"/>
                      <a:pt x="215" y="118139"/>
                    </a:cubicBezTo>
                    <a:cubicBezTo>
                      <a:pt x="186" y="118682"/>
                      <a:pt x="81" y="119186"/>
                      <a:pt x="62" y="119729"/>
                    </a:cubicBezTo>
                    <a:cubicBezTo>
                      <a:pt x="24" y="120758"/>
                      <a:pt x="81" y="121825"/>
                      <a:pt x="62" y="122863"/>
                    </a:cubicBezTo>
                    <a:cubicBezTo>
                      <a:pt x="-14" y="126121"/>
                      <a:pt x="-24" y="129388"/>
                      <a:pt x="53" y="132683"/>
                    </a:cubicBezTo>
                    <a:cubicBezTo>
                      <a:pt x="72" y="133731"/>
                      <a:pt x="15" y="134760"/>
                      <a:pt x="53" y="135817"/>
                    </a:cubicBezTo>
                    <a:cubicBezTo>
                      <a:pt x="81" y="136693"/>
                      <a:pt x="177" y="137570"/>
                      <a:pt x="224" y="138446"/>
                    </a:cubicBezTo>
                    <a:cubicBezTo>
                      <a:pt x="319" y="140503"/>
                      <a:pt x="471" y="142561"/>
                      <a:pt x="624" y="144618"/>
                    </a:cubicBezTo>
                    <a:cubicBezTo>
                      <a:pt x="729" y="145971"/>
                      <a:pt x="758" y="147323"/>
                      <a:pt x="891" y="148676"/>
                    </a:cubicBezTo>
                    <a:cubicBezTo>
                      <a:pt x="996" y="149771"/>
                      <a:pt x="1157" y="150857"/>
                      <a:pt x="1272" y="151952"/>
                    </a:cubicBezTo>
                    <a:cubicBezTo>
                      <a:pt x="1444" y="153514"/>
                      <a:pt x="1624" y="155077"/>
                      <a:pt x="1824" y="156639"/>
                    </a:cubicBezTo>
                    <a:cubicBezTo>
                      <a:pt x="1967" y="157725"/>
                      <a:pt x="2053" y="158801"/>
                      <a:pt x="2205" y="159887"/>
                    </a:cubicBezTo>
                    <a:cubicBezTo>
                      <a:pt x="2463" y="161687"/>
                      <a:pt x="2796" y="163468"/>
                      <a:pt x="3091" y="165268"/>
                    </a:cubicBezTo>
                    <a:cubicBezTo>
                      <a:pt x="3282" y="166431"/>
                      <a:pt x="3453" y="167592"/>
                      <a:pt x="3663" y="168755"/>
                    </a:cubicBezTo>
                    <a:cubicBezTo>
                      <a:pt x="3749" y="169250"/>
                      <a:pt x="3815" y="169736"/>
                      <a:pt x="3901" y="170231"/>
                    </a:cubicBezTo>
                    <a:cubicBezTo>
                      <a:pt x="4510" y="173498"/>
                      <a:pt x="5187" y="176755"/>
                      <a:pt x="5929" y="180004"/>
                    </a:cubicBezTo>
                    <a:cubicBezTo>
                      <a:pt x="5977" y="180213"/>
                      <a:pt x="6035" y="180413"/>
                      <a:pt x="6082" y="180623"/>
                    </a:cubicBezTo>
                    <a:cubicBezTo>
                      <a:pt x="6225" y="181261"/>
                      <a:pt x="6406" y="181889"/>
                      <a:pt x="6558" y="182518"/>
                    </a:cubicBezTo>
                    <a:cubicBezTo>
                      <a:pt x="7111" y="184823"/>
                      <a:pt x="7663" y="187138"/>
                      <a:pt x="8282" y="189424"/>
                    </a:cubicBezTo>
                    <a:cubicBezTo>
                      <a:pt x="8568" y="190462"/>
                      <a:pt x="8892" y="191491"/>
                      <a:pt x="9187" y="192519"/>
                    </a:cubicBezTo>
                    <a:cubicBezTo>
                      <a:pt x="9501" y="193615"/>
                      <a:pt x="9816" y="194691"/>
                      <a:pt x="10140" y="195777"/>
                    </a:cubicBezTo>
                    <a:cubicBezTo>
                      <a:pt x="10426" y="196730"/>
                      <a:pt x="10673" y="197691"/>
                      <a:pt x="10969" y="198634"/>
                    </a:cubicBezTo>
                    <a:cubicBezTo>
                      <a:pt x="11740" y="201111"/>
                      <a:pt x="12578" y="203559"/>
                      <a:pt x="13435" y="205997"/>
                    </a:cubicBezTo>
                    <a:cubicBezTo>
                      <a:pt x="13597" y="206455"/>
                      <a:pt x="13731" y="206912"/>
                      <a:pt x="13893" y="207369"/>
                    </a:cubicBezTo>
                    <a:cubicBezTo>
                      <a:pt x="13940" y="207493"/>
                      <a:pt x="13978" y="207626"/>
                      <a:pt x="14017" y="207750"/>
                    </a:cubicBezTo>
                    <a:cubicBezTo>
                      <a:pt x="15121" y="210826"/>
                      <a:pt x="16274" y="213865"/>
                      <a:pt x="17493" y="216865"/>
                    </a:cubicBezTo>
                    <a:cubicBezTo>
                      <a:pt x="17712" y="217408"/>
                      <a:pt x="17959" y="217932"/>
                      <a:pt x="18188" y="218475"/>
                    </a:cubicBezTo>
                    <a:cubicBezTo>
                      <a:pt x="18645" y="219570"/>
                      <a:pt x="19122" y="220647"/>
                      <a:pt x="19598" y="221733"/>
                    </a:cubicBezTo>
                    <a:cubicBezTo>
                      <a:pt x="20236" y="223199"/>
                      <a:pt x="20836" y="224695"/>
                      <a:pt x="21503" y="226143"/>
                    </a:cubicBezTo>
                    <a:cubicBezTo>
                      <a:pt x="22017" y="227267"/>
                      <a:pt x="22598" y="228343"/>
                      <a:pt x="23122" y="229448"/>
                    </a:cubicBezTo>
                    <a:cubicBezTo>
                      <a:pt x="23751" y="230762"/>
                      <a:pt x="24389" y="232077"/>
                      <a:pt x="25046" y="233363"/>
                    </a:cubicBezTo>
                    <a:cubicBezTo>
                      <a:pt x="25446" y="234153"/>
                      <a:pt x="25818" y="234982"/>
                      <a:pt x="26227" y="235773"/>
                    </a:cubicBezTo>
                    <a:cubicBezTo>
                      <a:pt x="26970" y="237182"/>
                      <a:pt x="27780" y="238525"/>
                      <a:pt x="28551" y="239906"/>
                    </a:cubicBezTo>
                    <a:cubicBezTo>
                      <a:pt x="29409" y="241459"/>
                      <a:pt x="30256" y="243021"/>
                      <a:pt x="31152" y="244535"/>
                    </a:cubicBezTo>
                    <a:cubicBezTo>
                      <a:pt x="31466" y="245059"/>
                      <a:pt x="31742" y="245621"/>
                      <a:pt x="32057" y="246145"/>
                    </a:cubicBezTo>
                    <a:cubicBezTo>
                      <a:pt x="32714" y="247231"/>
                      <a:pt x="33447" y="248221"/>
                      <a:pt x="34124" y="249279"/>
                    </a:cubicBezTo>
                    <a:cubicBezTo>
                      <a:pt x="35590" y="251593"/>
                      <a:pt x="37067" y="253880"/>
                      <a:pt x="38610" y="256099"/>
                    </a:cubicBezTo>
                    <a:cubicBezTo>
                      <a:pt x="39038" y="256708"/>
                      <a:pt x="39420" y="257385"/>
                      <a:pt x="39848" y="257985"/>
                    </a:cubicBezTo>
                    <a:cubicBezTo>
                      <a:pt x="40257" y="258556"/>
                      <a:pt x="40743" y="259014"/>
                      <a:pt x="41153" y="259575"/>
                    </a:cubicBezTo>
                    <a:cubicBezTo>
                      <a:pt x="44725" y="264414"/>
                      <a:pt x="48430" y="269062"/>
                      <a:pt x="52402" y="273272"/>
                    </a:cubicBezTo>
                    <a:cubicBezTo>
                      <a:pt x="74166" y="296380"/>
                      <a:pt x="97627" y="305029"/>
                      <a:pt x="118010" y="300333"/>
                    </a:cubicBezTo>
                    <a:lnTo>
                      <a:pt x="220089" y="276806"/>
                    </a:lnTo>
                    <a:cubicBezTo>
                      <a:pt x="199706" y="281492"/>
                      <a:pt x="176236" y="272853"/>
                      <a:pt x="154472" y="249746"/>
                    </a:cubicBezTo>
                    <a:cubicBezTo>
                      <a:pt x="150500" y="245526"/>
                      <a:pt x="146795" y="240868"/>
                      <a:pt x="143213" y="236039"/>
                    </a:cubicBezTo>
                    <a:cubicBezTo>
                      <a:pt x="142366" y="234906"/>
                      <a:pt x="141499" y="233772"/>
                      <a:pt x="140680" y="232601"/>
                    </a:cubicBezTo>
                    <a:close/>
                  </a:path>
                </a:pathLst>
              </a:custGeom>
              <a:solidFill>
                <a:srgbClr val="FFC3B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图形 2"/>
            <p:cNvGrpSpPr/>
            <p:nvPr/>
          </p:nvGrpSpPr>
          <p:grpSpPr>
            <a:xfrm>
              <a:off x="7777194" y="3371749"/>
              <a:ext cx="595861" cy="1697683"/>
              <a:chOff x="5468334" y="3154579"/>
              <a:chExt cx="595861" cy="1697683"/>
            </a:xfrm>
          </p:grpSpPr>
          <p:sp>
            <p:nvSpPr>
              <p:cNvPr id="24" name="任意多边形: 形状 11"/>
              <p:cNvSpPr/>
              <p:nvPr/>
            </p:nvSpPr>
            <p:spPr>
              <a:xfrm>
                <a:off x="5806258" y="4694062"/>
                <a:ext cx="184727" cy="95059"/>
              </a:xfrm>
              <a:custGeom>
                <a:avLst/>
                <a:gdLst>
                  <a:gd name="connsiteX0" fmla="*/ 178956 w 184727"/>
                  <a:gd name="connsiteY0" fmla="*/ 95060 h 95059"/>
                  <a:gd name="connsiteX1" fmla="*/ 115643 w 184727"/>
                  <a:gd name="connsiteY1" fmla="*/ 93116 h 95059"/>
                  <a:gd name="connsiteX2" fmla="*/ 91193 w 184727"/>
                  <a:gd name="connsiteY2" fmla="*/ 73457 h 95059"/>
                  <a:gd name="connsiteX3" fmla="*/ 49835 w 184727"/>
                  <a:gd name="connsiteY3" fmla="*/ 70571 h 95059"/>
                  <a:gd name="connsiteX4" fmla="*/ 0 w 184727"/>
                  <a:gd name="connsiteY4" fmla="*/ 34061 h 95059"/>
                  <a:gd name="connsiteX5" fmla="*/ 3057 w 184727"/>
                  <a:gd name="connsiteY5" fmla="*/ 0 h 95059"/>
                  <a:gd name="connsiteX6" fmla="*/ 83706 w 184727"/>
                  <a:gd name="connsiteY6" fmla="*/ 14335 h 95059"/>
                  <a:gd name="connsiteX7" fmla="*/ 184728 w 184727"/>
                  <a:gd name="connsiteY7" fmla="*/ 41853 h 95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4727" h="95059">
                    <a:moveTo>
                      <a:pt x="178956" y="95060"/>
                    </a:moveTo>
                    <a:lnTo>
                      <a:pt x="115643" y="93116"/>
                    </a:lnTo>
                    <a:lnTo>
                      <a:pt x="91193" y="73457"/>
                    </a:lnTo>
                    <a:lnTo>
                      <a:pt x="49835" y="70571"/>
                    </a:lnTo>
                    <a:lnTo>
                      <a:pt x="0" y="34061"/>
                    </a:lnTo>
                    <a:lnTo>
                      <a:pt x="3057" y="0"/>
                    </a:lnTo>
                    <a:lnTo>
                      <a:pt x="83706" y="14335"/>
                    </a:lnTo>
                    <a:lnTo>
                      <a:pt x="184728" y="41853"/>
                    </a:lnTo>
                    <a:close/>
                  </a:path>
                </a:pathLst>
              </a:custGeom>
              <a:solidFill>
                <a:srgbClr val="00182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: 形状 12"/>
              <p:cNvSpPr/>
              <p:nvPr/>
            </p:nvSpPr>
            <p:spPr>
              <a:xfrm>
                <a:off x="5633009" y="4786102"/>
                <a:ext cx="205082" cy="66160"/>
              </a:xfrm>
              <a:custGeom>
                <a:avLst/>
                <a:gdLst>
                  <a:gd name="connsiteX0" fmla="*/ 205082 w 205082"/>
                  <a:gd name="connsiteY0" fmla="*/ 64437 h 66160"/>
                  <a:gd name="connsiteX1" fmla="*/ 151762 w 205082"/>
                  <a:gd name="connsiteY1" fmla="*/ 64437 h 66160"/>
                  <a:gd name="connsiteX2" fmla="*/ 114481 w 205082"/>
                  <a:gd name="connsiteY2" fmla="*/ 54693 h 66160"/>
                  <a:gd name="connsiteX3" fmla="*/ 50930 w 205082"/>
                  <a:gd name="connsiteY3" fmla="*/ 66161 h 66160"/>
                  <a:gd name="connsiteX4" fmla="*/ 0 w 205082"/>
                  <a:gd name="connsiteY4" fmla="*/ 50302 h 66160"/>
                  <a:gd name="connsiteX5" fmla="*/ 3067 w 205082"/>
                  <a:gd name="connsiteY5" fmla="*/ 16231 h 66160"/>
                  <a:gd name="connsiteX6" fmla="*/ 102546 w 205082"/>
                  <a:gd name="connsiteY6" fmla="*/ 1076 h 66160"/>
                  <a:gd name="connsiteX7" fmla="*/ 203196 w 205082"/>
                  <a:gd name="connsiteY7" fmla="*/ 0 h 66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5082" h="66160">
                    <a:moveTo>
                      <a:pt x="205082" y="64437"/>
                    </a:moveTo>
                    <a:lnTo>
                      <a:pt x="151762" y="64437"/>
                    </a:lnTo>
                    <a:lnTo>
                      <a:pt x="114481" y="54693"/>
                    </a:lnTo>
                    <a:lnTo>
                      <a:pt x="50930" y="66161"/>
                    </a:lnTo>
                    <a:lnTo>
                      <a:pt x="0" y="50302"/>
                    </a:lnTo>
                    <a:lnTo>
                      <a:pt x="3067" y="16231"/>
                    </a:lnTo>
                    <a:lnTo>
                      <a:pt x="102546" y="1076"/>
                    </a:lnTo>
                    <a:lnTo>
                      <a:pt x="203196" y="0"/>
                    </a:lnTo>
                    <a:close/>
                  </a:path>
                </a:pathLst>
              </a:custGeom>
              <a:solidFill>
                <a:srgbClr val="00182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13"/>
              <p:cNvSpPr/>
              <p:nvPr/>
            </p:nvSpPr>
            <p:spPr>
              <a:xfrm>
                <a:off x="5807783" y="4032199"/>
                <a:ext cx="214769" cy="732434"/>
              </a:xfrm>
              <a:custGeom>
                <a:avLst/>
                <a:gdLst>
                  <a:gd name="connsiteX0" fmla="*/ 180813 w 214769"/>
                  <a:gd name="connsiteY0" fmla="*/ 0 h 732434"/>
                  <a:gd name="connsiteX1" fmla="*/ 198548 w 214769"/>
                  <a:gd name="connsiteY1" fmla="*/ 74066 h 732434"/>
                  <a:gd name="connsiteX2" fmla="*/ 181784 w 214769"/>
                  <a:gd name="connsiteY2" fmla="*/ 277501 h 732434"/>
                  <a:gd name="connsiteX3" fmla="*/ 214769 w 214769"/>
                  <a:gd name="connsiteY3" fmla="*/ 420071 h 732434"/>
                  <a:gd name="connsiteX4" fmla="*/ 180003 w 214769"/>
                  <a:gd name="connsiteY4" fmla="*/ 732434 h 732434"/>
                  <a:gd name="connsiteX5" fmla="*/ 101917 w 214769"/>
                  <a:gd name="connsiteY5" fmla="*/ 728377 h 732434"/>
                  <a:gd name="connsiteX6" fmla="*/ 0 w 214769"/>
                  <a:gd name="connsiteY6" fmla="*/ 65199 h 73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4769" h="732434">
                    <a:moveTo>
                      <a:pt x="180813" y="0"/>
                    </a:moveTo>
                    <a:lnTo>
                      <a:pt x="198548" y="74066"/>
                    </a:lnTo>
                    <a:lnTo>
                      <a:pt x="181784" y="277501"/>
                    </a:lnTo>
                    <a:lnTo>
                      <a:pt x="214769" y="420071"/>
                    </a:lnTo>
                    <a:lnTo>
                      <a:pt x="180003" y="732434"/>
                    </a:lnTo>
                    <a:lnTo>
                      <a:pt x="101917" y="728377"/>
                    </a:lnTo>
                    <a:lnTo>
                      <a:pt x="0" y="65199"/>
                    </a:lnTo>
                    <a:close/>
                  </a:path>
                </a:pathLst>
              </a:custGeom>
              <a:gradFill>
                <a:gsLst>
                  <a:gs pos="0">
                    <a:srgbClr val="000F1C"/>
                  </a:gs>
                  <a:gs pos="50000">
                    <a:srgbClr val="001C30"/>
                  </a:gs>
                  <a:gs pos="100000">
                    <a:srgbClr val="012A45"/>
                  </a:gs>
                </a:gsLst>
                <a:lin ang="21273955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14"/>
              <p:cNvSpPr/>
              <p:nvPr/>
            </p:nvSpPr>
            <p:spPr>
              <a:xfrm>
                <a:off x="5643981" y="4055392"/>
                <a:ext cx="286892" cy="731786"/>
              </a:xfrm>
              <a:custGeom>
                <a:avLst/>
                <a:gdLst>
                  <a:gd name="connsiteX0" fmla="*/ 8791 w 286892"/>
                  <a:gd name="connsiteY0" fmla="*/ 3134 h 731786"/>
                  <a:gd name="connsiteX1" fmla="*/ 0 w 286892"/>
                  <a:gd name="connsiteY1" fmla="*/ 130597 h 731786"/>
                  <a:gd name="connsiteX2" fmla="*/ 56055 w 286892"/>
                  <a:gd name="connsiteY2" fmla="*/ 416433 h 731786"/>
                  <a:gd name="connsiteX3" fmla="*/ 91573 w 286892"/>
                  <a:gd name="connsiteY3" fmla="*/ 731787 h 731786"/>
                  <a:gd name="connsiteX4" fmla="*/ 192224 w 286892"/>
                  <a:gd name="connsiteY4" fmla="*/ 730710 h 731786"/>
                  <a:gd name="connsiteX5" fmla="*/ 188509 w 286892"/>
                  <a:gd name="connsiteY5" fmla="*/ 405222 h 731786"/>
                  <a:gd name="connsiteX6" fmla="*/ 196862 w 286892"/>
                  <a:gd name="connsiteY6" fmla="*/ 164278 h 731786"/>
                  <a:gd name="connsiteX7" fmla="*/ 262490 w 286892"/>
                  <a:gd name="connsiteY7" fmla="*/ 112005 h 731786"/>
                  <a:gd name="connsiteX8" fmla="*/ 286893 w 286892"/>
                  <a:gd name="connsiteY8" fmla="*/ 0 h 731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892" h="731786">
                    <a:moveTo>
                      <a:pt x="8791" y="3134"/>
                    </a:moveTo>
                    <a:lnTo>
                      <a:pt x="0" y="130597"/>
                    </a:lnTo>
                    <a:lnTo>
                      <a:pt x="56055" y="416433"/>
                    </a:lnTo>
                    <a:lnTo>
                      <a:pt x="91573" y="731787"/>
                    </a:lnTo>
                    <a:lnTo>
                      <a:pt x="192224" y="730710"/>
                    </a:lnTo>
                    <a:lnTo>
                      <a:pt x="188509" y="405222"/>
                    </a:lnTo>
                    <a:lnTo>
                      <a:pt x="196862" y="164278"/>
                    </a:lnTo>
                    <a:lnTo>
                      <a:pt x="262490" y="112005"/>
                    </a:lnTo>
                    <a:lnTo>
                      <a:pt x="2868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F1C"/>
                  </a:gs>
                  <a:gs pos="50000">
                    <a:srgbClr val="001C30"/>
                  </a:gs>
                  <a:gs pos="100000">
                    <a:srgbClr val="012A45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15"/>
              <p:cNvSpPr/>
              <p:nvPr/>
            </p:nvSpPr>
            <p:spPr>
              <a:xfrm>
                <a:off x="5652744" y="3512534"/>
                <a:ext cx="411451" cy="585581"/>
              </a:xfrm>
              <a:custGeom>
                <a:avLst/>
                <a:gdLst>
                  <a:gd name="connsiteX0" fmla="*/ 411452 w 411451"/>
                  <a:gd name="connsiteY0" fmla="*/ 145180 h 585581"/>
                  <a:gd name="connsiteX1" fmla="*/ 349034 w 411451"/>
                  <a:gd name="connsiteY1" fmla="*/ 376257 h 585581"/>
                  <a:gd name="connsiteX2" fmla="*/ 335804 w 411451"/>
                  <a:gd name="connsiteY2" fmla="*/ 519656 h 585581"/>
                  <a:gd name="connsiteX3" fmla="*/ 205378 w 411451"/>
                  <a:gd name="connsiteY3" fmla="*/ 572148 h 585581"/>
                  <a:gd name="connsiteX4" fmla="*/ 99041 w 411451"/>
                  <a:gd name="connsiteY4" fmla="*/ 581730 h 585581"/>
                  <a:gd name="connsiteX5" fmla="*/ 79200 w 411451"/>
                  <a:gd name="connsiteY5" fmla="*/ 576644 h 585581"/>
                  <a:gd name="connsiteX6" fmla="*/ 68685 w 411451"/>
                  <a:gd name="connsiteY6" fmla="*/ 572824 h 585581"/>
                  <a:gd name="connsiteX7" fmla="*/ 68599 w 411451"/>
                  <a:gd name="connsiteY7" fmla="*/ 572824 h 585581"/>
                  <a:gd name="connsiteX8" fmla="*/ 50282 w 411451"/>
                  <a:gd name="connsiteY8" fmla="*/ 565700 h 585581"/>
                  <a:gd name="connsiteX9" fmla="*/ 0 w 411451"/>
                  <a:gd name="connsiteY9" fmla="*/ 545945 h 585581"/>
                  <a:gd name="connsiteX10" fmla="*/ 676 w 411451"/>
                  <a:gd name="connsiteY10" fmla="*/ 544249 h 585581"/>
                  <a:gd name="connsiteX11" fmla="*/ 59865 w 411451"/>
                  <a:gd name="connsiteY11" fmla="*/ 368456 h 585581"/>
                  <a:gd name="connsiteX12" fmla="*/ 63770 w 411451"/>
                  <a:gd name="connsiteY12" fmla="*/ 304257 h 585581"/>
                  <a:gd name="connsiteX13" fmla="*/ 66484 w 411451"/>
                  <a:gd name="connsiteY13" fmla="*/ 258385 h 585581"/>
                  <a:gd name="connsiteX14" fmla="*/ 68094 w 411451"/>
                  <a:gd name="connsiteY14" fmla="*/ 231838 h 585581"/>
                  <a:gd name="connsiteX15" fmla="*/ 74790 w 411451"/>
                  <a:gd name="connsiteY15" fmla="*/ 120501 h 585581"/>
                  <a:gd name="connsiteX16" fmla="*/ 160011 w 411451"/>
                  <a:gd name="connsiteY16" fmla="*/ 48416 h 585581"/>
                  <a:gd name="connsiteX17" fmla="*/ 292808 w 411451"/>
                  <a:gd name="connsiteY17" fmla="*/ 0 h 585581"/>
                  <a:gd name="connsiteX18" fmla="*/ 391173 w 411451"/>
                  <a:gd name="connsiteY18" fmla="*/ 37062 h 585581"/>
                  <a:gd name="connsiteX19" fmla="*/ 411452 w 411451"/>
                  <a:gd name="connsiteY19" fmla="*/ 145180 h 585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11451" h="585581">
                    <a:moveTo>
                      <a:pt x="411452" y="145180"/>
                    </a:moveTo>
                    <a:lnTo>
                      <a:pt x="349034" y="376257"/>
                    </a:lnTo>
                    <a:lnTo>
                      <a:pt x="335804" y="519656"/>
                    </a:lnTo>
                    <a:lnTo>
                      <a:pt x="205378" y="572148"/>
                    </a:lnTo>
                    <a:cubicBezTo>
                      <a:pt x="171460" y="585883"/>
                      <a:pt x="134398" y="589102"/>
                      <a:pt x="99041" y="581730"/>
                    </a:cubicBezTo>
                    <a:cubicBezTo>
                      <a:pt x="92345" y="580463"/>
                      <a:pt x="85725" y="578682"/>
                      <a:pt x="79200" y="576644"/>
                    </a:cubicBezTo>
                    <a:cubicBezTo>
                      <a:pt x="75638" y="575453"/>
                      <a:pt x="72076" y="574186"/>
                      <a:pt x="68685" y="572824"/>
                    </a:cubicBezTo>
                    <a:lnTo>
                      <a:pt x="68599" y="572824"/>
                    </a:lnTo>
                    <a:lnTo>
                      <a:pt x="50282" y="565700"/>
                    </a:lnTo>
                    <a:lnTo>
                      <a:pt x="0" y="545945"/>
                    </a:lnTo>
                    <a:lnTo>
                      <a:pt x="676" y="544249"/>
                    </a:lnTo>
                    <a:lnTo>
                      <a:pt x="59865" y="368456"/>
                    </a:lnTo>
                    <a:lnTo>
                      <a:pt x="63770" y="304257"/>
                    </a:lnTo>
                    <a:lnTo>
                      <a:pt x="66484" y="258385"/>
                    </a:lnTo>
                    <a:lnTo>
                      <a:pt x="68094" y="231838"/>
                    </a:lnTo>
                    <a:lnTo>
                      <a:pt x="74790" y="120501"/>
                    </a:lnTo>
                    <a:lnTo>
                      <a:pt x="160011" y="48416"/>
                    </a:lnTo>
                    <a:lnTo>
                      <a:pt x="292808" y="0"/>
                    </a:lnTo>
                    <a:lnTo>
                      <a:pt x="391173" y="37062"/>
                    </a:lnTo>
                    <a:lnTo>
                      <a:pt x="411452" y="145180"/>
                    </a:lnTo>
                    <a:close/>
                  </a:path>
                </a:pathLst>
              </a:custGeom>
              <a:gradFill>
                <a:gsLst>
                  <a:gs pos="0">
                    <a:srgbClr val="000F1C"/>
                  </a:gs>
                  <a:gs pos="50000">
                    <a:srgbClr val="001C30"/>
                  </a:gs>
                  <a:gs pos="100000">
                    <a:srgbClr val="012A45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9" name="图形 2"/>
              <p:cNvGrpSpPr/>
              <p:nvPr/>
            </p:nvGrpSpPr>
            <p:grpSpPr>
              <a:xfrm>
                <a:off x="5761825" y="3310699"/>
                <a:ext cx="203901" cy="260097"/>
                <a:chOff x="5761825" y="3310699"/>
                <a:chExt cx="203901" cy="260097"/>
              </a:xfrm>
            </p:grpSpPr>
            <p:sp>
              <p:nvSpPr>
                <p:cNvPr id="33" name="任意多边形: 形状 20"/>
                <p:cNvSpPr/>
                <p:nvPr/>
              </p:nvSpPr>
              <p:spPr>
                <a:xfrm>
                  <a:off x="5763215" y="3355590"/>
                  <a:ext cx="84839" cy="160391"/>
                </a:xfrm>
                <a:custGeom>
                  <a:avLst/>
                  <a:gdLst>
                    <a:gd name="connsiteX0" fmla="*/ 11392 w 84839"/>
                    <a:gd name="connsiteY0" fmla="*/ 0 h 160391"/>
                    <a:gd name="connsiteX1" fmla="*/ 5010 w 84839"/>
                    <a:gd name="connsiteY1" fmla="*/ 23670 h 160391"/>
                    <a:gd name="connsiteX2" fmla="*/ 8201 w 84839"/>
                    <a:gd name="connsiteY2" fmla="*/ 34528 h 160391"/>
                    <a:gd name="connsiteX3" fmla="*/ 0 w 84839"/>
                    <a:gd name="connsiteY3" fmla="*/ 55112 h 160391"/>
                    <a:gd name="connsiteX4" fmla="*/ 20584 w 84839"/>
                    <a:gd name="connsiteY4" fmla="*/ 153724 h 160391"/>
                    <a:gd name="connsiteX5" fmla="*/ 34347 w 84839"/>
                    <a:gd name="connsiteY5" fmla="*/ 158867 h 160391"/>
                    <a:gd name="connsiteX6" fmla="*/ 47425 w 84839"/>
                    <a:gd name="connsiteY6" fmla="*/ 160391 h 160391"/>
                    <a:gd name="connsiteX7" fmla="*/ 80115 w 84839"/>
                    <a:gd name="connsiteY7" fmla="*/ 109214 h 160391"/>
                    <a:gd name="connsiteX8" fmla="*/ 84839 w 84839"/>
                    <a:gd name="connsiteY8" fmla="*/ 51206 h 160391"/>
                    <a:gd name="connsiteX9" fmla="*/ 33242 w 84839"/>
                    <a:gd name="connsiteY9" fmla="*/ 25346 h 1603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4839" h="160391">
                      <a:moveTo>
                        <a:pt x="11392" y="0"/>
                      </a:moveTo>
                      <a:lnTo>
                        <a:pt x="5010" y="23670"/>
                      </a:lnTo>
                      <a:lnTo>
                        <a:pt x="8201" y="34528"/>
                      </a:lnTo>
                      <a:lnTo>
                        <a:pt x="0" y="55112"/>
                      </a:lnTo>
                      <a:lnTo>
                        <a:pt x="20584" y="153724"/>
                      </a:lnTo>
                      <a:lnTo>
                        <a:pt x="34347" y="158867"/>
                      </a:lnTo>
                      <a:lnTo>
                        <a:pt x="47425" y="160391"/>
                      </a:lnTo>
                      <a:lnTo>
                        <a:pt x="80115" y="109214"/>
                      </a:lnTo>
                      <a:lnTo>
                        <a:pt x="84839" y="51206"/>
                      </a:lnTo>
                      <a:lnTo>
                        <a:pt x="33242" y="25346"/>
                      </a:lnTo>
                      <a:close/>
                    </a:path>
                  </a:pathLst>
                </a:custGeom>
                <a:solidFill>
                  <a:srgbClr val="EFB38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任意多边形: 形状 21"/>
                <p:cNvSpPr/>
                <p:nvPr/>
              </p:nvSpPr>
              <p:spPr>
                <a:xfrm>
                  <a:off x="5808554" y="3458822"/>
                  <a:ext cx="134912" cy="111974"/>
                </a:xfrm>
                <a:custGeom>
                  <a:avLst/>
                  <a:gdLst>
                    <a:gd name="connsiteX0" fmla="*/ 1667 w 134912"/>
                    <a:gd name="connsiteY0" fmla="*/ 44224 h 111974"/>
                    <a:gd name="connsiteX1" fmla="*/ 0 w 134912"/>
                    <a:gd name="connsiteY1" fmla="*/ 108204 h 111974"/>
                    <a:gd name="connsiteX2" fmla="*/ 64532 w 134912"/>
                    <a:gd name="connsiteY2" fmla="*/ 109871 h 111974"/>
                    <a:gd name="connsiteX3" fmla="*/ 134912 w 134912"/>
                    <a:gd name="connsiteY3" fmla="*/ 75657 h 111974"/>
                    <a:gd name="connsiteX4" fmla="*/ 129626 w 134912"/>
                    <a:gd name="connsiteY4" fmla="*/ 10849 h 111974"/>
                    <a:gd name="connsiteX5" fmla="*/ 21136 w 134912"/>
                    <a:gd name="connsiteY5" fmla="*/ 0 h 111974"/>
                    <a:gd name="connsiteX6" fmla="*/ 1667 w 134912"/>
                    <a:gd name="connsiteY6" fmla="*/ 44224 h 111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4912" h="111974">
                      <a:moveTo>
                        <a:pt x="1667" y="44224"/>
                      </a:moveTo>
                      <a:lnTo>
                        <a:pt x="0" y="108204"/>
                      </a:lnTo>
                      <a:cubicBezTo>
                        <a:pt x="0" y="108204"/>
                        <a:pt x="41443" y="115433"/>
                        <a:pt x="64532" y="109871"/>
                      </a:cubicBezTo>
                      <a:cubicBezTo>
                        <a:pt x="87620" y="104308"/>
                        <a:pt x="134912" y="75657"/>
                        <a:pt x="134912" y="75657"/>
                      </a:cubicBezTo>
                      <a:lnTo>
                        <a:pt x="129626" y="10849"/>
                      </a:lnTo>
                      <a:lnTo>
                        <a:pt x="21136" y="0"/>
                      </a:lnTo>
                      <a:lnTo>
                        <a:pt x="1667" y="44224"/>
                      </a:lnTo>
                      <a:close/>
                    </a:path>
                  </a:pathLst>
                </a:custGeom>
                <a:solidFill>
                  <a:srgbClr val="EFB38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任意多边形: 形状 22"/>
                <p:cNvSpPr/>
                <p:nvPr/>
              </p:nvSpPr>
              <p:spPr>
                <a:xfrm>
                  <a:off x="5761825" y="3310699"/>
                  <a:ext cx="203901" cy="218665"/>
                </a:xfrm>
                <a:custGeom>
                  <a:avLst/>
                  <a:gdLst>
                    <a:gd name="connsiteX0" fmla="*/ 203902 w 203901"/>
                    <a:gd name="connsiteY0" fmla="*/ 55102 h 218665"/>
                    <a:gd name="connsiteX1" fmla="*/ 178813 w 203901"/>
                    <a:gd name="connsiteY1" fmla="*/ 178623 h 218665"/>
                    <a:gd name="connsiteX2" fmla="*/ 86230 w 203901"/>
                    <a:gd name="connsiteY2" fmla="*/ 218665 h 218665"/>
                    <a:gd name="connsiteX3" fmla="*/ 49949 w 203901"/>
                    <a:gd name="connsiteY3" fmla="*/ 174393 h 218665"/>
                    <a:gd name="connsiteX4" fmla="*/ 62426 w 203901"/>
                    <a:gd name="connsiteY4" fmla="*/ 145618 h 218665"/>
                    <a:gd name="connsiteX5" fmla="*/ 50616 w 203901"/>
                    <a:gd name="connsiteY5" fmla="*/ 130531 h 218665"/>
                    <a:gd name="connsiteX6" fmla="*/ 50349 w 203901"/>
                    <a:gd name="connsiteY6" fmla="*/ 130197 h 218665"/>
                    <a:gd name="connsiteX7" fmla="*/ 32252 w 203901"/>
                    <a:gd name="connsiteY7" fmla="*/ 146752 h 218665"/>
                    <a:gd name="connsiteX8" fmla="*/ 18373 w 203901"/>
                    <a:gd name="connsiteY8" fmla="*/ 135741 h 218665"/>
                    <a:gd name="connsiteX9" fmla="*/ 29518 w 203901"/>
                    <a:gd name="connsiteY9" fmla="*/ 93078 h 218665"/>
                    <a:gd name="connsiteX10" fmla="*/ 16964 w 203901"/>
                    <a:gd name="connsiteY10" fmla="*/ 82734 h 218665"/>
                    <a:gd name="connsiteX11" fmla="*/ 0 w 203901"/>
                    <a:gd name="connsiteY11" fmla="*/ 57255 h 218665"/>
                    <a:gd name="connsiteX12" fmla="*/ 6801 w 203901"/>
                    <a:gd name="connsiteY12" fmla="*/ 33299 h 218665"/>
                    <a:gd name="connsiteX13" fmla="*/ 70037 w 203901"/>
                    <a:gd name="connsiteY13" fmla="*/ 0 h 218665"/>
                    <a:gd name="connsiteX14" fmla="*/ 107585 w 203901"/>
                    <a:gd name="connsiteY14" fmla="*/ 0 h 218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901" h="218665">
                      <a:moveTo>
                        <a:pt x="203902" y="55102"/>
                      </a:moveTo>
                      <a:lnTo>
                        <a:pt x="178813" y="178623"/>
                      </a:lnTo>
                      <a:lnTo>
                        <a:pt x="86230" y="218665"/>
                      </a:lnTo>
                      <a:lnTo>
                        <a:pt x="49949" y="174393"/>
                      </a:lnTo>
                      <a:lnTo>
                        <a:pt x="62426" y="145618"/>
                      </a:lnTo>
                      <a:lnTo>
                        <a:pt x="50616" y="130531"/>
                      </a:lnTo>
                      <a:lnTo>
                        <a:pt x="50349" y="130197"/>
                      </a:lnTo>
                      <a:lnTo>
                        <a:pt x="32252" y="146752"/>
                      </a:lnTo>
                      <a:lnTo>
                        <a:pt x="18373" y="135741"/>
                      </a:lnTo>
                      <a:lnTo>
                        <a:pt x="29518" y="93078"/>
                      </a:lnTo>
                      <a:lnTo>
                        <a:pt x="16964" y="82734"/>
                      </a:lnTo>
                      <a:lnTo>
                        <a:pt x="0" y="57255"/>
                      </a:lnTo>
                      <a:lnTo>
                        <a:pt x="6801" y="33299"/>
                      </a:lnTo>
                      <a:lnTo>
                        <a:pt x="70037" y="0"/>
                      </a:lnTo>
                      <a:lnTo>
                        <a:pt x="107585" y="0"/>
                      </a:lnTo>
                      <a:close/>
                    </a:path>
                  </a:pathLst>
                </a:custGeom>
                <a:solidFill>
                  <a:srgbClr val="91523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任意多边形: 形状 23"/>
                <p:cNvSpPr/>
                <p:nvPr/>
              </p:nvSpPr>
              <p:spPr>
                <a:xfrm>
                  <a:off x="5811773" y="3365801"/>
                  <a:ext cx="153952" cy="163563"/>
                </a:xfrm>
                <a:custGeom>
                  <a:avLst/>
                  <a:gdLst>
                    <a:gd name="connsiteX0" fmla="*/ 153953 w 153952"/>
                    <a:gd name="connsiteY0" fmla="*/ 0 h 163563"/>
                    <a:gd name="connsiteX1" fmla="*/ 128864 w 153952"/>
                    <a:gd name="connsiteY1" fmla="*/ 123520 h 163563"/>
                    <a:gd name="connsiteX2" fmla="*/ 36281 w 153952"/>
                    <a:gd name="connsiteY2" fmla="*/ 163563 h 163563"/>
                    <a:gd name="connsiteX3" fmla="*/ 0 w 153952"/>
                    <a:gd name="connsiteY3" fmla="*/ 119291 h 163563"/>
                    <a:gd name="connsiteX4" fmla="*/ 12478 w 153952"/>
                    <a:gd name="connsiteY4" fmla="*/ 90516 h 163563"/>
                    <a:gd name="connsiteX5" fmla="*/ 667 w 153952"/>
                    <a:gd name="connsiteY5" fmla="*/ 75429 h 163563"/>
                    <a:gd name="connsiteX6" fmla="*/ 5401 w 153952"/>
                    <a:gd name="connsiteY6" fmla="*/ 53797 h 1635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3952" h="163563">
                      <a:moveTo>
                        <a:pt x="153953" y="0"/>
                      </a:moveTo>
                      <a:lnTo>
                        <a:pt x="128864" y="123520"/>
                      </a:lnTo>
                      <a:lnTo>
                        <a:pt x="36281" y="163563"/>
                      </a:lnTo>
                      <a:lnTo>
                        <a:pt x="0" y="119291"/>
                      </a:lnTo>
                      <a:lnTo>
                        <a:pt x="12478" y="90516"/>
                      </a:lnTo>
                      <a:lnTo>
                        <a:pt x="667" y="75429"/>
                      </a:lnTo>
                      <a:lnTo>
                        <a:pt x="5401" y="53797"/>
                      </a:lnTo>
                      <a:close/>
                    </a:path>
                  </a:pathLst>
                </a:custGeom>
                <a:solidFill>
                  <a:srgbClr val="713E2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图形 2"/>
              <p:cNvGrpSpPr/>
              <p:nvPr/>
            </p:nvGrpSpPr>
            <p:grpSpPr>
              <a:xfrm>
                <a:off x="5468334" y="3154579"/>
                <a:ext cx="358650" cy="594012"/>
                <a:chOff x="5468334" y="3154579"/>
                <a:chExt cx="358650" cy="594012"/>
              </a:xfrm>
            </p:grpSpPr>
            <p:sp>
              <p:nvSpPr>
                <p:cNvPr id="31" name="任意多边形: 形状 18"/>
                <p:cNvSpPr/>
                <p:nvPr/>
              </p:nvSpPr>
              <p:spPr>
                <a:xfrm>
                  <a:off x="5468334" y="3154579"/>
                  <a:ext cx="119561" cy="165797"/>
                </a:xfrm>
                <a:custGeom>
                  <a:avLst/>
                  <a:gdLst>
                    <a:gd name="connsiteX0" fmla="*/ 93542 w 119561"/>
                    <a:gd name="connsiteY0" fmla="*/ 128202 h 165797"/>
                    <a:gd name="connsiteX1" fmla="*/ 104962 w 119561"/>
                    <a:gd name="connsiteY1" fmla="*/ 94598 h 165797"/>
                    <a:gd name="connsiteX2" fmla="*/ 119535 w 119561"/>
                    <a:gd name="connsiteY2" fmla="*/ 66984 h 165797"/>
                    <a:gd name="connsiteX3" fmla="*/ 104381 w 119561"/>
                    <a:gd name="connsiteY3" fmla="*/ 59755 h 165797"/>
                    <a:gd name="connsiteX4" fmla="*/ 88474 w 119561"/>
                    <a:gd name="connsiteY4" fmla="*/ 82196 h 165797"/>
                    <a:gd name="connsiteX5" fmla="*/ 78978 w 119561"/>
                    <a:gd name="connsiteY5" fmla="*/ 8673 h 165797"/>
                    <a:gd name="connsiteX6" fmla="*/ 59976 w 119561"/>
                    <a:gd name="connsiteY6" fmla="*/ 22341 h 165797"/>
                    <a:gd name="connsiteX7" fmla="*/ 64681 w 119561"/>
                    <a:gd name="connsiteY7" fmla="*/ 67823 h 165797"/>
                    <a:gd name="connsiteX8" fmla="*/ 44621 w 119561"/>
                    <a:gd name="connsiteY8" fmla="*/ 576 h 165797"/>
                    <a:gd name="connsiteX9" fmla="*/ 33915 w 119561"/>
                    <a:gd name="connsiteY9" fmla="*/ 10539 h 165797"/>
                    <a:gd name="connsiteX10" fmla="*/ 46060 w 119561"/>
                    <a:gd name="connsiteY10" fmla="*/ 66946 h 165797"/>
                    <a:gd name="connsiteX11" fmla="*/ 23228 w 119561"/>
                    <a:gd name="connsiteY11" fmla="*/ 16293 h 165797"/>
                    <a:gd name="connsiteX12" fmla="*/ 16189 w 119561"/>
                    <a:gd name="connsiteY12" fmla="*/ 33114 h 165797"/>
                    <a:gd name="connsiteX13" fmla="*/ 29019 w 119561"/>
                    <a:gd name="connsiteY13" fmla="*/ 75110 h 165797"/>
                    <a:gd name="connsiteX14" fmla="*/ 27686 w 119561"/>
                    <a:gd name="connsiteY14" fmla="*/ 77815 h 165797"/>
                    <a:gd name="connsiteX15" fmla="*/ 4578 w 119561"/>
                    <a:gd name="connsiteY15" fmla="*/ 41572 h 165797"/>
                    <a:gd name="connsiteX16" fmla="*/ 3539 w 119561"/>
                    <a:gd name="connsiteY16" fmla="*/ 63689 h 165797"/>
                    <a:gd name="connsiteX17" fmla="*/ 17275 w 119561"/>
                    <a:gd name="connsiteY17" fmla="*/ 91302 h 165797"/>
                    <a:gd name="connsiteX18" fmla="*/ 21475 w 119561"/>
                    <a:gd name="connsiteY18" fmla="*/ 125868 h 165797"/>
                    <a:gd name="connsiteX19" fmla="*/ 40744 w 119561"/>
                    <a:gd name="connsiteY19" fmla="*/ 165797 h 165797"/>
                    <a:gd name="connsiteX20" fmla="*/ 98856 w 119561"/>
                    <a:gd name="connsiteY20" fmla="*/ 150538 h 165797"/>
                    <a:gd name="connsiteX21" fmla="*/ 93542 w 119561"/>
                    <a:gd name="connsiteY21" fmla="*/ 128202 h 1657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19561" h="165797">
                      <a:moveTo>
                        <a:pt x="93542" y="128202"/>
                      </a:moveTo>
                      <a:cubicBezTo>
                        <a:pt x="93542" y="128202"/>
                        <a:pt x="103114" y="104313"/>
                        <a:pt x="104962" y="94598"/>
                      </a:cubicBezTo>
                      <a:cubicBezTo>
                        <a:pt x="104962" y="94598"/>
                        <a:pt x="120278" y="74176"/>
                        <a:pt x="119535" y="66984"/>
                      </a:cubicBezTo>
                      <a:cubicBezTo>
                        <a:pt x="118802" y="59793"/>
                        <a:pt x="109858" y="54983"/>
                        <a:pt x="104381" y="59755"/>
                      </a:cubicBezTo>
                      <a:cubicBezTo>
                        <a:pt x="98904" y="64527"/>
                        <a:pt x="88474" y="82196"/>
                        <a:pt x="88474" y="82196"/>
                      </a:cubicBezTo>
                      <a:cubicBezTo>
                        <a:pt x="88474" y="82196"/>
                        <a:pt x="84112" y="20074"/>
                        <a:pt x="78978" y="8673"/>
                      </a:cubicBezTo>
                      <a:cubicBezTo>
                        <a:pt x="73844" y="-2729"/>
                        <a:pt x="57747" y="-5053"/>
                        <a:pt x="59976" y="22341"/>
                      </a:cubicBezTo>
                      <a:cubicBezTo>
                        <a:pt x="62195" y="49735"/>
                        <a:pt x="64681" y="67823"/>
                        <a:pt x="64681" y="67823"/>
                      </a:cubicBezTo>
                      <a:cubicBezTo>
                        <a:pt x="64681" y="67823"/>
                        <a:pt x="54784" y="2919"/>
                        <a:pt x="44621" y="576"/>
                      </a:cubicBezTo>
                      <a:cubicBezTo>
                        <a:pt x="34458" y="-1767"/>
                        <a:pt x="33867" y="3329"/>
                        <a:pt x="33915" y="10539"/>
                      </a:cubicBezTo>
                      <a:cubicBezTo>
                        <a:pt x="33953" y="17750"/>
                        <a:pt x="46060" y="66946"/>
                        <a:pt x="46060" y="66946"/>
                      </a:cubicBezTo>
                      <a:cubicBezTo>
                        <a:pt x="46060" y="66946"/>
                        <a:pt x="30095" y="16969"/>
                        <a:pt x="23228" y="16293"/>
                      </a:cubicBezTo>
                      <a:cubicBezTo>
                        <a:pt x="16351" y="15626"/>
                        <a:pt x="13055" y="17245"/>
                        <a:pt x="16189" y="33114"/>
                      </a:cubicBezTo>
                      <a:cubicBezTo>
                        <a:pt x="19323" y="48973"/>
                        <a:pt x="29019" y="75110"/>
                        <a:pt x="29019" y="75110"/>
                      </a:cubicBezTo>
                      <a:lnTo>
                        <a:pt x="27686" y="77815"/>
                      </a:lnTo>
                      <a:cubicBezTo>
                        <a:pt x="27686" y="77815"/>
                        <a:pt x="12112" y="40477"/>
                        <a:pt x="4578" y="41572"/>
                      </a:cubicBezTo>
                      <a:cubicBezTo>
                        <a:pt x="-2956" y="42667"/>
                        <a:pt x="368" y="56783"/>
                        <a:pt x="3539" y="63689"/>
                      </a:cubicBezTo>
                      <a:cubicBezTo>
                        <a:pt x="6711" y="70595"/>
                        <a:pt x="17275" y="91302"/>
                        <a:pt x="17275" y="91302"/>
                      </a:cubicBezTo>
                      <a:cubicBezTo>
                        <a:pt x="17275" y="91302"/>
                        <a:pt x="18551" y="112038"/>
                        <a:pt x="21475" y="125868"/>
                      </a:cubicBezTo>
                      <a:cubicBezTo>
                        <a:pt x="24399" y="139708"/>
                        <a:pt x="40744" y="165797"/>
                        <a:pt x="40744" y="165797"/>
                      </a:cubicBezTo>
                      <a:lnTo>
                        <a:pt x="98856" y="150538"/>
                      </a:lnTo>
                      <a:lnTo>
                        <a:pt x="93542" y="128202"/>
                      </a:lnTo>
                      <a:close/>
                    </a:path>
                  </a:pathLst>
                </a:custGeom>
                <a:solidFill>
                  <a:srgbClr val="EFB38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任意多边形: 形状 19"/>
                <p:cNvSpPr/>
                <p:nvPr/>
              </p:nvSpPr>
              <p:spPr>
                <a:xfrm>
                  <a:off x="5503468" y="3301431"/>
                  <a:ext cx="323516" cy="447160"/>
                </a:xfrm>
                <a:custGeom>
                  <a:avLst/>
                  <a:gdLst>
                    <a:gd name="connsiteX0" fmla="*/ 221447 w 323516"/>
                    <a:gd name="connsiteY0" fmla="*/ 447161 h 447160"/>
                    <a:gd name="connsiteX1" fmla="*/ 21060 w 323516"/>
                    <a:gd name="connsiteY1" fmla="*/ 228619 h 447160"/>
                    <a:gd name="connsiteX2" fmla="*/ 0 w 323516"/>
                    <a:gd name="connsiteY2" fmla="*/ 18174 h 447160"/>
                    <a:gd name="connsiteX3" fmla="*/ 64522 w 323516"/>
                    <a:gd name="connsiteY3" fmla="*/ 0 h 447160"/>
                    <a:gd name="connsiteX4" fmla="*/ 133179 w 323516"/>
                    <a:gd name="connsiteY4" fmla="*/ 188909 h 447160"/>
                    <a:gd name="connsiteX5" fmla="*/ 323517 w 323516"/>
                    <a:gd name="connsiteY5" fmla="*/ 338957 h 447160"/>
                    <a:gd name="connsiteX6" fmla="*/ 221447 w 323516"/>
                    <a:gd name="connsiteY6" fmla="*/ 447161 h 447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3516" h="447160">
                      <a:moveTo>
                        <a:pt x="221447" y="447161"/>
                      </a:moveTo>
                      <a:cubicBezTo>
                        <a:pt x="221447" y="447161"/>
                        <a:pt x="30499" y="248669"/>
                        <a:pt x="21060" y="228619"/>
                      </a:cubicBezTo>
                      <a:cubicBezTo>
                        <a:pt x="11621" y="208569"/>
                        <a:pt x="0" y="18174"/>
                        <a:pt x="0" y="18174"/>
                      </a:cubicBezTo>
                      <a:lnTo>
                        <a:pt x="64522" y="0"/>
                      </a:lnTo>
                      <a:lnTo>
                        <a:pt x="133179" y="188909"/>
                      </a:lnTo>
                      <a:lnTo>
                        <a:pt x="323517" y="338957"/>
                      </a:lnTo>
                      <a:lnTo>
                        <a:pt x="221447" y="44716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F1C"/>
                    </a:gs>
                    <a:gs pos="50000">
                      <a:srgbClr val="001C30"/>
                    </a:gs>
                    <a:gs pos="100000">
                      <a:srgbClr val="012A45"/>
                    </a:gs>
                  </a:gsLst>
                  <a:lin ang="0" scaled="1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9" name="文本框 48"/>
          <p:cNvSpPr txBox="1"/>
          <p:nvPr/>
        </p:nvSpPr>
        <p:spPr>
          <a:xfrm>
            <a:off x="758352" y="1840343"/>
            <a:ext cx="3876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客户画像是起点，决定了你要和合作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客户画像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8497104" y="269926"/>
            <a:ext cx="2411671" cy="382759"/>
            <a:chOff x="8497104" y="269926"/>
            <a:chExt cx="2411671" cy="382759"/>
          </a:xfrm>
        </p:grpSpPr>
        <p:sp>
          <p:nvSpPr>
            <p:cNvPr id="5" name="矩形 4"/>
            <p:cNvSpPr/>
            <p:nvPr/>
          </p:nvSpPr>
          <p:spPr>
            <a:xfrm>
              <a:off x="8497104" y="269926"/>
              <a:ext cx="1166409" cy="382759"/>
            </a:xfrm>
            <a:prstGeom prst="rect">
              <a:avLst/>
            </a:prstGeom>
            <a:solidFill>
              <a:srgbClr val="C00000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家装策略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9742366" y="269926"/>
              <a:ext cx="1166409" cy="3827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家装执行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76935" y="153259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</a:rPr>
              <a:t>数量占比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84978" y="1532595"/>
            <a:ext cx="2031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</a:rPr>
              <a:t>业绩贡献占比</a:t>
            </a:r>
          </a:p>
        </p:txBody>
      </p:sp>
      <p:sp>
        <p:nvSpPr>
          <p:cNvPr id="7" name="三角形 12"/>
          <p:cNvSpPr/>
          <p:nvPr/>
        </p:nvSpPr>
        <p:spPr>
          <a:xfrm rot="10800000">
            <a:off x="3950656" y="2455744"/>
            <a:ext cx="2293138" cy="3618298"/>
          </a:xfrm>
          <a:prstGeom prst="triangle">
            <a:avLst/>
          </a:prstGeom>
          <a:gradFill>
            <a:gsLst>
              <a:gs pos="100000">
                <a:srgbClr val="80899C">
                  <a:lumMod val="5000"/>
                  <a:lumOff val="95000"/>
                </a:srgbClr>
              </a:gs>
              <a:gs pos="5000">
                <a:srgbClr val="C00000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61347" y="246555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dirty="0">
                <a:solidFill>
                  <a:srgbClr val="404040"/>
                </a:solidFill>
                <a:latin typeface="Arial" panose="020B0604020202020204"/>
                <a:ea typeface="微软雅黑" panose="020B0503020204020204" pitchFamily="34" charset="-122"/>
              </a:rPr>
              <a:t>头部家装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353742" y="554797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dirty="0">
                <a:solidFill>
                  <a:srgbClr val="404040"/>
                </a:solidFill>
                <a:latin typeface="Arial" panose="020B0604020202020204"/>
                <a:ea typeface="微软雅黑" panose="020B0503020204020204" pitchFamily="34" charset="-122"/>
              </a:rPr>
              <a:t>尾部家装</a:t>
            </a:r>
          </a:p>
        </p:txBody>
      </p:sp>
      <p:sp>
        <p:nvSpPr>
          <p:cNvPr id="14" name="上弧形箭头 35"/>
          <p:cNvSpPr/>
          <p:nvPr/>
        </p:nvSpPr>
        <p:spPr>
          <a:xfrm rot="4666259" flipH="1">
            <a:off x="745632" y="4831993"/>
            <a:ext cx="826549" cy="273594"/>
          </a:xfrm>
          <a:prstGeom prst="curvedUpArrow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上弧形箭头 36"/>
          <p:cNvSpPr/>
          <p:nvPr/>
        </p:nvSpPr>
        <p:spPr>
          <a:xfrm rot="6815064" flipH="1">
            <a:off x="777032" y="3224076"/>
            <a:ext cx="826549" cy="273594"/>
          </a:xfrm>
          <a:prstGeom prst="curvedUpArrow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16354" y="2045623"/>
            <a:ext cx="4317702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85750" indent="-285750" algn="l" defTabSz="895350"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1D1D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</a:t>
            </a:r>
            <a:r>
              <a:rPr kumimoji="1" lang="en-US" altLang="zh-CN" sz="2000" b="1" dirty="0">
                <a:solidFill>
                  <a:srgbClr val="1D1D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</a:t>
            </a:r>
            <a:r>
              <a:rPr kumimoji="1" lang="en-US" altLang="zh-CN" sz="20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kumimoji="1" lang="zh-CN" altLang="en-US" sz="20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：头部家装公司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141936" y="2438101"/>
            <a:ext cx="3924151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algn="l" defTabSz="895350">
              <a:buClr>
                <a:srgbClr val="004B8C"/>
              </a:buClr>
              <a:buSzPct val="125000"/>
            </a:pPr>
            <a:r>
              <a:rPr kumimoji="1"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订单的稳定来源，需要投入重点</a:t>
            </a:r>
            <a:r>
              <a:rPr kumimoji="1" lang="zh-CN" altLang="en-US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资源和</a:t>
            </a:r>
            <a:endParaRPr kumimoji="1" lang="en-US" altLang="zh-CN" sz="180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895350">
              <a:buClr>
                <a:srgbClr val="004B8C"/>
              </a:buClr>
              <a:buSzPct val="125000"/>
            </a:pPr>
            <a:r>
              <a:rPr kumimoji="1" lang="zh-CN" altLang="en-US" sz="1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管理精力，进行合作与维系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16353" y="3521225"/>
            <a:ext cx="4686626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285750" indent="-285750" algn="l" defTabSz="895350"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1D1D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区域排名</a:t>
            </a:r>
            <a:r>
              <a:rPr kumimoji="1" lang="en-US" altLang="zh-CN" sz="20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20%-80%</a:t>
            </a:r>
            <a:r>
              <a:rPr kumimoji="1" lang="zh-CN" altLang="en-US" sz="20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：潜力家装公司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816354" y="5021329"/>
            <a:ext cx="3666068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285750" indent="-285750" algn="l" defTabSz="895350"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</a:pPr>
            <a:r>
              <a:rPr kumimoji="1" lang="zh-CN" altLang="en-US" sz="20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区域尾部</a:t>
            </a:r>
            <a:r>
              <a:rPr kumimoji="1" lang="en-US" altLang="zh-CN" sz="20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kumimoji="1" lang="zh-CN" altLang="en-US" sz="20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：尾部家装公司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141935" y="5401664"/>
            <a:ext cx="3758733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algn="l" defTabSz="895350">
              <a:buClr>
                <a:srgbClr val="004B8C"/>
              </a:buClr>
              <a:buSzPct val="125000"/>
            </a:pPr>
            <a:r>
              <a:rPr kumimoji="1"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识别有增长潜力的进行合作；</a:t>
            </a:r>
            <a:endParaRPr kumimoji="1"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895350">
              <a:buClr>
                <a:srgbClr val="004B8C"/>
              </a:buClr>
              <a:buSzPct val="125000"/>
            </a:pPr>
            <a:r>
              <a:rPr kumimoji="1"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若无提升空间，则不合作</a:t>
            </a: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考虑淘汰</a:t>
            </a:r>
            <a:endParaRPr kumimoji="1"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41935" y="3863317"/>
            <a:ext cx="3303942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algn="l" defTabSz="895350">
              <a:buClr>
                <a:srgbClr val="004B8C"/>
              </a:buClr>
              <a:buSzPct val="125000"/>
            </a:pPr>
            <a:r>
              <a:rPr kumimoji="1"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通过策略调整来挖掘潜力，</a:t>
            </a:r>
            <a:endParaRPr kumimoji="1" lang="en-US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895350">
              <a:buClr>
                <a:srgbClr val="004B8C"/>
              </a:buClr>
              <a:buSzPct val="125000"/>
            </a:pPr>
            <a:r>
              <a:rPr kumimoji="1"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尝试性合作并逐步扩大</a:t>
            </a:r>
            <a:endParaRPr kumimoji="1" lang="zh-CN" altLang="en-US" sz="180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3916" y="406935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dirty="0">
                <a:solidFill>
                  <a:srgbClr val="404040"/>
                </a:solidFill>
                <a:latin typeface="Arial" panose="020B0604020202020204"/>
                <a:ea typeface="微软雅黑" panose="020B0503020204020204" pitchFamily="34" charset="-122"/>
              </a:rPr>
              <a:t>潜力家装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732387" y="2383108"/>
            <a:ext cx="1783038" cy="3763572"/>
            <a:chOff x="2044526" y="1976703"/>
            <a:chExt cx="1731713" cy="4673712"/>
          </a:xfrm>
          <a:gradFill flip="none" rotWithShape="1">
            <a:gsLst>
              <a:gs pos="0">
                <a:srgbClr val="C00000"/>
              </a:gs>
              <a:gs pos="68000">
                <a:srgbClr val="C00000">
                  <a:alpha val="33000"/>
                </a:srgbClr>
              </a:gs>
              <a:gs pos="37000">
                <a:srgbClr val="C00000">
                  <a:alpha val="81338"/>
                </a:srgbClr>
              </a:gs>
              <a:gs pos="100000">
                <a:schemeClr val="bg1">
                  <a:alpha val="67000"/>
                </a:schemeClr>
              </a:gs>
            </a:gsLst>
            <a:lin ang="5400000" scaled="1"/>
            <a:tileRect/>
          </a:gradFill>
        </p:grpSpPr>
        <p:sp>
          <p:nvSpPr>
            <p:cNvPr id="32" name="三角形 12"/>
            <p:cNvSpPr/>
            <p:nvPr/>
          </p:nvSpPr>
          <p:spPr>
            <a:xfrm>
              <a:off x="2044526" y="1976703"/>
              <a:ext cx="1731713" cy="2334575"/>
            </a:xfrm>
            <a:prstGeom prst="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三角形 12"/>
            <p:cNvSpPr/>
            <p:nvPr/>
          </p:nvSpPr>
          <p:spPr>
            <a:xfrm rot="10800000">
              <a:off x="2044526" y="4315840"/>
              <a:ext cx="1731713" cy="2334575"/>
            </a:xfrm>
            <a:prstGeom prst="triangl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8" name="直线连接符 18"/>
          <p:cNvCxnSpPr/>
          <p:nvPr/>
        </p:nvCxnSpPr>
        <p:spPr>
          <a:xfrm>
            <a:off x="1876935" y="3146058"/>
            <a:ext cx="4366859" cy="0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dashDot"/>
            <a:miter lim="800000"/>
          </a:ln>
          <a:effectLst/>
        </p:spPr>
      </p:cxnSp>
      <p:cxnSp>
        <p:nvCxnSpPr>
          <p:cNvPr id="24" name="直线连接符 18"/>
          <p:cNvCxnSpPr/>
          <p:nvPr/>
        </p:nvCxnSpPr>
        <p:spPr>
          <a:xfrm>
            <a:off x="1876935" y="5206705"/>
            <a:ext cx="3987245" cy="0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dashDot"/>
            <a:miter lim="800000"/>
          </a:ln>
          <a:effectLst/>
        </p:spPr>
      </p:cxnSp>
      <p:sp>
        <p:nvSpPr>
          <p:cNvPr id="11" name="文本框 10"/>
          <p:cNvSpPr txBox="1"/>
          <p:nvPr/>
        </p:nvSpPr>
        <p:spPr>
          <a:xfrm>
            <a:off x="4157007" y="97144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客户结构是起点，决定了你要和合作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客户结构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497104" y="269926"/>
            <a:ext cx="2411671" cy="382759"/>
            <a:chOff x="8497104" y="269926"/>
            <a:chExt cx="2411671" cy="382759"/>
          </a:xfrm>
        </p:grpSpPr>
        <p:sp>
          <p:nvSpPr>
            <p:cNvPr id="19" name="矩形 18"/>
            <p:cNvSpPr/>
            <p:nvPr/>
          </p:nvSpPr>
          <p:spPr>
            <a:xfrm>
              <a:off x="8497104" y="269926"/>
              <a:ext cx="1166409" cy="382759"/>
            </a:xfrm>
            <a:prstGeom prst="rect">
              <a:avLst/>
            </a:prstGeom>
            <a:solidFill>
              <a:srgbClr val="C00000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家装策略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9742366" y="269926"/>
              <a:ext cx="1166409" cy="3827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家装执行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172118" y="3311396"/>
            <a:ext cx="610933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与当地的行业协会接洽，积极参加行业活动展会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异业合作：与异业建材公司合作，共享信息资源</a:t>
            </a:r>
          </a:p>
        </p:txBody>
      </p:sp>
      <p:sp>
        <p:nvSpPr>
          <p:cNvPr id="6" name="矩形: 圆角 105"/>
          <p:cNvSpPr/>
          <p:nvPr/>
        </p:nvSpPr>
        <p:spPr>
          <a:xfrm>
            <a:off x="992149" y="2420995"/>
            <a:ext cx="2234636" cy="56005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打入家装圈子</a:t>
            </a:r>
          </a:p>
        </p:txBody>
      </p:sp>
      <p:grpSp>
        <p:nvGrpSpPr>
          <p:cNvPr id="5" name="组合 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7121154" y="2701020"/>
            <a:ext cx="4358597" cy="2268818"/>
            <a:chOff x="2540001" y="1568451"/>
            <a:chExt cx="7072313" cy="3681412"/>
          </a:xfrm>
        </p:grpSpPr>
        <p:sp>
          <p:nvSpPr>
            <p:cNvPr id="7" name="îslïḋê"/>
            <p:cNvSpPr/>
            <p:nvPr/>
          </p:nvSpPr>
          <p:spPr bwMode="auto">
            <a:xfrm>
              <a:off x="5006976" y="3797301"/>
              <a:ext cx="47625" cy="96838"/>
            </a:xfrm>
            <a:custGeom>
              <a:avLst/>
              <a:gdLst>
                <a:gd name="T0" fmla="*/ 12 w 29"/>
                <a:gd name="T1" fmla="*/ 23 h 59"/>
                <a:gd name="T2" fmla="*/ 29 w 29"/>
                <a:gd name="T3" fmla="*/ 0 h 59"/>
                <a:gd name="T4" fmla="*/ 26 w 29"/>
                <a:gd name="T5" fmla="*/ 2 h 59"/>
                <a:gd name="T6" fmla="*/ 14 w 29"/>
                <a:gd name="T7" fmla="*/ 9 h 59"/>
                <a:gd name="T8" fmla="*/ 10 w 29"/>
                <a:gd name="T9" fmla="*/ 20 h 59"/>
                <a:gd name="T10" fmla="*/ 0 w 29"/>
                <a:gd name="T11" fmla="*/ 59 h 59"/>
                <a:gd name="T12" fmla="*/ 6 w 29"/>
                <a:gd name="T13" fmla="*/ 52 h 59"/>
                <a:gd name="T14" fmla="*/ 12 w 29"/>
                <a:gd name="T15" fmla="*/ 2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59">
                  <a:moveTo>
                    <a:pt x="12" y="23"/>
                  </a:moveTo>
                  <a:cubicBezTo>
                    <a:pt x="16" y="14"/>
                    <a:pt x="23" y="7"/>
                    <a:pt x="29" y="0"/>
                  </a:cubicBezTo>
                  <a:cubicBezTo>
                    <a:pt x="28" y="1"/>
                    <a:pt x="27" y="1"/>
                    <a:pt x="26" y="2"/>
                  </a:cubicBezTo>
                  <a:cubicBezTo>
                    <a:pt x="22" y="4"/>
                    <a:pt x="18" y="6"/>
                    <a:pt x="14" y="9"/>
                  </a:cubicBezTo>
                  <a:cubicBezTo>
                    <a:pt x="12" y="12"/>
                    <a:pt x="11" y="16"/>
                    <a:pt x="10" y="2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2" y="57"/>
                    <a:pt x="4" y="54"/>
                    <a:pt x="6" y="52"/>
                  </a:cubicBezTo>
                  <a:cubicBezTo>
                    <a:pt x="6" y="42"/>
                    <a:pt x="8" y="32"/>
                    <a:pt x="12" y="23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ṩḻiḋe"/>
            <p:cNvSpPr/>
            <p:nvPr/>
          </p:nvSpPr>
          <p:spPr bwMode="auto">
            <a:xfrm>
              <a:off x="6554788" y="3795713"/>
              <a:ext cx="93663" cy="539750"/>
            </a:xfrm>
            <a:custGeom>
              <a:avLst/>
              <a:gdLst>
                <a:gd name="T0" fmla="*/ 34 w 57"/>
                <a:gd name="T1" fmla="*/ 51 h 328"/>
                <a:gd name="T2" fmla="*/ 30 w 57"/>
                <a:gd name="T3" fmla="*/ 64 h 328"/>
                <a:gd name="T4" fmla="*/ 23 w 57"/>
                <a:gd name="T5" fmla="*/ 113 h 328"/>
                <a:gd name="T6" fmla="*/ 19 w 57"/>
                <a:gd name="T7" fmla="*/ 134 h 328"/>
                <a:gd name="T8" fmla="*/ 16 w 57"/>
                <a:gd name="T9" fmla="*/ 328 h 328"/>
                <a:gd name="T10" fmla="*/ 22 w 57"/>
                <a:gd name="T11" fmla="*/ 318 h 328"/>
                <a:gd name="T12" fmla="*/ 40 w 57"/>
                <a:gd name="T13" fmla="*/ 272 h 328"/>
                <a:gd name="T14" fmla="*/ 48 w 57"/>
                <a:gd name="T15" fmla="*/ 6 h 328"/>
                <a:gd name="T16" fmla="*/ 40 w 57"/>
                <a:gd name="T17" fmla="*/ 0 h 328"/>
                <a:gd name="T18" fmla="*/ 39 w 57"/>
                <a:gd name="T19" fmla="*/ 11 h 328"/>
                <a:gd name="T20" fmla="*/ 34 w 57"/>
                <a:gd name="T21" fmla="*/ 5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328">
                  <a:moveTo>
                    <a:pt x="34" y="51"/>
                  </a:moveTo>
                  <a:cubicBezTo>
                    <a:pt x="33" y="55"/>
                    <a:pt x="32" y="59"/>
                    <a:pt x="30" y="64"/>
                  </a:cubicBezTo>
                  <a:cubicBezTo>
                    <a:pt x="30" y="80"/>
                    <a:pt x="28" y="97"/>
                    <a:pt x="23" y="113"/>
                  </a:cubicBezTo>
                  <a:cubicBezTo>
                    <a:pt x="21" y="120"/>
                    <a:pt x="20" y="127"/>
                    <a:pt x="19" y="134"/>
                  </a:cubicBezTo>
                  <a:cubicBezTo>
                    <a:pt x="9" y="198"/>
                    <a:pt x="0" y="266"/>
                    <a:pt x="16" y="328"/>
                  </a:cubicBezTo>
                  <a:cubicBezTo>
                    <a:pt x="18" y="325"/>
                    <a:pt x="20" y="321"/>
                    <a:pt x="22" y="318"/>
                  </a:cubicBezTo>
                  <a:cubicBezTo>
                    <a:pt x="33" y="305"/>
                    <a:pt x="37" y="288"/>
                    <a:pt x="40" y="272"/>
                  </a:cubicBezTo>
                  <a:cubicBezTo>
                    <a:pt x="57" y="185"/>
                    <a:pt x="52" y="95"/>
                    <a:pt x="48" y="6"/>
                  </a:cubicBezTo>
                  <a:cubicBezTo>
                    <a:pt x="46" y="4"/>
                    <a:pt x="43" y="1"/>
                    <a:pt x="40" y="0"/>
                  </a:cubicBezTo>
                  <a:cubicBezTo>
                    <a:pt x="40" y="4"/>
                    <a:pt x="40" y="8"/>
                    <a:pt x="39" y="11"/>
                  </a:cubicBezTo>
                  <a:cubicBezTo>
                    <a:pt x="38" y="25"/>
                    <a:pt x="36" y="38"/>
                    <a:pt x="34" y="51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îṡ1iḍê"/>
            <p:cNvSpPr/>
            <p:nvPr/>
          </p:nvSpPr>
          <p:spPr bwMode="auto">
            <a:xfrm>
              <a:off x="5632451" y="3778251"/>
              <a:ext cx="98425" cy="604838"/>
            </a:xfrm>
            <a:custGeom>
              <a:avLst/>
              <a:gdLst>
                <a:gd name="T0" fmla="*/ 34 w 60"/>
                <a:gd name="T1" fmla="*/ 35 h 368"/>
                <a:gd name="T2" fmla="*/ 31 w 60"/>
                <a:gd name="T3" fmla="*/ 20 h 368"/>
                <a:gd name="T4" fmla="*/ 23 w 60"/>
                <a:gd name="T5" fmla="*/ 9 h 368"/>
                <a:gd name="T6" fmla="*/ 14 w 60"/>
                <a:gd name="T7" fmla="*/ 0 h 368"/>
                <a:gd name="T8" fmla="*/ 20 w 60"/>
                <a:gd name="T9" fmla="*/ 311 h 368"/>
                <a:gd name="T10" fmla="*/ 38 w 60"/>
                <a:gd name="T11" fmla="*/ 358 h 368"/>
                <a:gd name="T12" fmla="*/ 44 w 60"/>
                <a:gd name="T13" fmla="*/ 368 h 368"/>
                <a:gd name="T14" fmla="*/ 42 w 60"/>
                <a:gd name="T15" fmla="*/ 173 h 368"/>
                <a:gd name="T16" fmla="*/ 37 w 60"/>
                <a:gd name="T17" fmla="*/ 152 h 368"/>
                <a:gd name="T18" fmla="*/ 33 w 60"/>
                <a:gd name="T19" fmla="*/ 72 h 368"/>
                <a:gd name="T20" fmla="*/ 34 w 60"/>
                <a:gd name="T21" fmla="*/ 35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368">
                  <a:moveTo>
                    <a:pt x="34" y="35"/>
                  </a:moveTo>
                  <a:cubicBezTo>
                    <a:pt x="34" y="30"/>
                    <a:pt x="33" y="25"/>
                    <a:pt x="31" y="20"/>
                  </a:cubicBezTo>
                  <a:cubicBezTo>
                    <a:pt x="29" y="16"/>
                    <a:pt x="26" y="13"/>
                    <a:pt x="23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104"/>
                    <a:pt x="0" y="209"/>
                    <a:pt x="20" y="311"/>
                  </a:cubicBezTo>
                  <a:cubicBezTo>
                    <a:pt x="23" y="328"/>
                    <a:pt x="27" y="345"/>
                    <a:pt x="38" y="358"/>
                  </a:cubicBezTo>
                  <a:cubicBezTo>
                    <a:pt x="41" y="361"/>
                    <a:pt x="43" y="364"/>
                    <a:pt x="44" y="368"/>
                  </a:cubicBezTo>
                  <a:cubicBezTo>
                    <a:pt x="60" y="305"/>
                    <a:pt x="51" y="238"/>
                    <a:pt x="42" y="173"/>
                  </a:cubicBezTo>
                  <a:cubicBezTo>
                    <a:pt x="41" y="166"/>
                    <a:pt x="39" y="159"/>
                    <a:pt x="37" y="152"/>
                  </a:cubicBezTo>
                  <a:cubicBezTo>
                    <a:pt x="30" y="126"/>
                    <a:pt x="29" y="99"/>
                    <a:pt x="33" y="72"/>
                  </a:cubicBezTo>
                  <a:cubicBezTo>
                    <a:pt x="34" y="60"/>
                    <a:pt x="35" y="47"/>
                    <a:pt x="34" y="35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Sľïḑé"/>
            <p:cNvSpPr/>
            <p:nvPr/>
          </p:nvSpPr>
          <p:spPr bwMode="auto">
            <a:xfrm>
              <a:off x="5768976" y="3436938"/>
              <a:ext cx="46038" cy="155575"/>
            </a:xfrm>
            <a:custGeom>
              <a:avLst/>
              <a:gdLst>
                <a:gd name="T0" fmla="*/ 0 w 28"/>
                <a:gd name="T1" fmla="*/ 22 h 95"/>
                <a:gd name="T2" fmla="*/ 26 w 28"/>
                <a:gd name="T3" fmla="*/ 86 h 95"/>
                <a:gd name="T4" fmla="*/ 28 w 28"/>
                <a:gd name="T5" fmla="*/ 95 h 95"/>
                <a:gd name="T6" fmla="*/ 26 w 28"/>
                <a:gd name="T7" fmla="*/ 0 h 95"/>
                <a:gd name="T8" fmla="*/ 7 w 28"/>
                <a:gd name="T9" fmla="*/ 16 h 95"/>
                <a:gd name="T10" fmla="*/ 0 w 28"/>
                <a:gd name="T11" fmla="*/ 2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95">
                  <a:moveTo>
                    <a:pt x="0" y="22"/>
                  </a:moveTo>
                  <a:cubicBezTo>
                    <a:pt x="12" y="41"/>
                    <a:pt x="19" y="64"/>
                    <a:pt x="26" y="86"/>
                  </a:cubicBezTo>
                  <a:cubicBezTo>
                    <a:pt x="28" y="95"/>
                    <a:pt x="28" y="95"/>
                    <a:pt x="28" y="95"/>
                  </a:cubicBezTo>
                  <a:cubicBezTo>
                    <a:pt x="27" y="63"/>
                    <a:pt x="26" y="32"/>
                    <a:pt x="26" y="0"/>
                  </a:cubicBezTo>
                  <a:cubicBezTo>
                    <a:pt x="20" y="6"/>
                    <a:pt x="14" y="11"/>
                    <a:pt x="7" y="16"/>
                  </a:cubicBezTo>
                  <a:lnTo>
                    <a:pt x="0" y="22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ṧļïḋê"/>
            <p:cNvSpPr/>
            <p:nvPr/>
          </p:nvSpPr>
          <p:spPr bwMode="auto">
            <a:xfrm>
              <a:off x="5727701" y="4481513"/>
              <a:ext cx="215900" cy="746125"/>
            </a:xfrm>
            <a:custGeom>
              <a:avLst/>
              <a:gdLst>
                <a:gd name="T0" fmla="*/ 118 w 131"/>
                <a:gd name="T1" fmla="*/ 453 h 454"/>
                <a:gd name="T2" fmla="*/ 113 w 131"/>
                <a:gd name="T3" fmla="*/ 387 h 454"/>
                <a:gd name="T4" fmla="*/ 104 w 131"/>
                <a:gd name="T5" fmla="*/ 345 h 454"/>
                <a:gd name="T6" fmla="*/ 107 w 131"/>
                <a:gd name="T7" fmla="*/ 317 h 454"/>
                <a:gd name="T8" fmla="*/ 106 w 131"/>
                <a:gd name="T9" fmla="*/ 64 h 454"/>
                <a:gd name="T10" fmla="*/ 84 w 131"/>
                <a:gd name="T11" fmla="*/ 0 h 454"/>
                <a:gd name="T12" fmla="*/ 72 w 131"/>
                <a:gd name="T13" fmla="*/ 23 h 454"/>
                <a:gd name="T14" fmla="*/ 59 w 131"/>
                <a:gd name="T15" fmla="*/ 7 h 454"/>
                <a:gd name="T16" fmla="*/ 58 w 131"/>
                <a:gd name="T17" fmla="*/ 19 h 454"/>
                <a:gd name="T18" fmla="*/ 53 w 131"/>
                <a:gd name="T19" fmla="*/ 58 h 454"/>
                <a:gd name="T20" fmla="*/ 48 w 131"/>
                <a:gd name="T21" fmla="*/ 72 h 454"/>
                <a:gd name="T22" fmla="*/ 35 w 131"/>
                <a:gd name="T23" fmla="*/ 83 h 454"/>
                <a:gd name="T24" fmla="*/ 42 w 131"/>
                <a:gd name="T25" fmla="*/ 99 h 454"/>
                <a:gd name="T26" fmla="*/ 25 w 131"/>
                <a:gd name="T27" fmla="*/ 104 h 454"/>
                <a:gd name="T28" fmla="*/ 21 w 131"/>
                <a:gd name="T29" fmla="*/ 181 h 454"/>
                <a:gd name="T30" fmla="*/ 9 w 131"/>
                <a:gd name="T31" fmla="*/ 454 h 454"/>
                <a:gd name="T32" fmla="*/ 118 w 131"/>
                <a:gd name="T33" fmla="*/ 453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1" h="454">
                  <a:moveTo>
                    <a:pt x="118" y="453"/>
                  </a:moveTo>
                  <a:cubicBezTo>
                    <a:pt x="120" y="431"/>
                    <a:pt x="118" y="408"/>
                    <a:pt x="113" y="387"/>
                  </a:cubicBezTo>
                  <a:cubicBezTo>
                    <a:pt x="110" y="373"/>
                    <a:pt x="104" y="360"/>
                    <a:pt x="104" y="345"/>
                  </a:cubicBezTo>
                  <a:cubicBezTo>
                    <a:pt x="104" y="336"/>
                    <a:pt x="105" y="327"/>
                    <a:pt x="107" y="317"/>
                  </a:cubicBezTo>
                  <a:cubicBezTo>
                    <a:pt x="124" y="234"/>
                    <a:pt x="131" y="146"/>
                    <a:pt x="106" y="64"/>
                  </a:cubicBezTo>
                  <a:cubicBezTo>
                    <a:pt x="99" y="42"/>
                    <a:pt x="90" y="21"/>
                    <a:pt x="84" y="0"/>
                  </a:cubicBezTo>
                  <a:cubicBezTo>
                    <a:pt x="80" y="8"/>
                    <a:pt x="77" y="16"/>
                    <a:pt x="72" y="23"/>
                  </a:cubicBezTo>
                  <a:cubicBezTo>
                    <a:pt x="70" y="16"/>
                    <a:pt x="65" y="10"/>
                    <a:pt x="59" y="7"/>
                  </a:cubicBezTo>
                  <a:cubicBezTo>
                    <a:pt x="59" y="11"/>
                    <a:pt x="59" y="15"/>
                    <a:pt x="58" y="19"/>
                  </a:cubicBezTo>
                  <a:cubicBezTo>
                    <a:pt x="57" y="32"/>
                    <a:pt x="55" y="45"/>
                    <a:pt x="53" y="58"/>
                  </a:cubicBezTo>
                  <a:cubicBezTo>
                    <a:pt x="52" y="63"/>
                    <a:pt x="50" y="68"/>
                    <a:pt x="48" y="72"/>
                  </a:cubicBezTo>
                  <a:cubicBezTo>
                    <a:pt x="45" y="77"/>
                    <a:pt x="40" y="80"/>
                    <a:pt x="35" y="83"/>
                  </a:cubicBezTo>
                  <a:cubicBezTo>
                    <a:pt x="37" y="88"/>
                    <a:pt x="40" y="93"/>
                    <a:pt x="42" y="99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36" y="128"/>
                    <a:pt x="27" y="155"/>
                    <a:pt x="21" y="181"/>
                  </a:cubicBezTo>
                  <a:cubicBezTo>
                    <a:pt x="0" y="269"/>
                    <a:pt x="19" y="364"/>
                    <a:pt x="9" y="454"/>
                  </a:cubicBezTo>
                  <a:cubicBezTo>
                    <a:pt x="118" y="453"/>
                    <a:pt x="118" y="453"/>
                    <a:pt x="118" y="453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ṥ1îḑê"/>
            <p:cNvSpPr/>
            <p:nvPr/>
          </p:nvSpPr>
          <p:spPr bwMode="auto">
            <a:xfrm>
              <a:off x="5803901" y="3101976"/>
              <a:ext cx="47625" cy="96838"/>
            </a:xfrm>
            <a:custGeom>
              <a:avLst/>
              <a:gdLst>
                <a:gd name="T0" fmla="*/ 12 w 29"/>
                <a:gd name="T1" fmla="*/ 23 h 59"/>
                <a:gd name="T2" fmla="*/ 29 w 29"/>
                <a:gd name="T3" fmla="*/ 0 h 59"/>
                <a:gd name="T4" fmla="*/ 26 w 29"/>
                <a:gd name="T5" fmla="*/ 2 h 59"/>
                <a:gd name="T6" fmla="*/ 14 w 29"/>
                <a:gd name="T7" fmla="*/ 9 h 59"/>
                <a:gd name="T8" fmla="*/ 10 w 29"/>
                <a:gd name="T9" fmla="*/ 20 h 59"/>
                <a:gd name="T10" fmla="*/ 0 w 29"/>
                <a:gd name="T11" fmla="*/ 59 h 59"/>
                <a:gd name="T12" fmla="*/ 6 w 29"/>
                <a:gd name="T13" fmla="*/ 52 h 59"/>
                <a:gd name="T14" fmla="*/ 12 w 29"/>
                <a:gd name="T15" fmla="*/ 2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59">
                  <a:moveTo>
                    <a:pt x="12" y="23"/>
                  </a:moveTo>
                  <a:cubicBezTo>
                    <a:pt x="16" y="14"/>
                    <a:pt x="23" y="7"/>
                    <a:pt x="29" y="0"/>
                  </a:cubicBezTo>
                  <a:cubicBezTo>
                    <a:pt x="28" y="1"/>
                    <a:pt x="27" y="1"/>
                    <a:pt x="26" y="2"/>
                  </a:cubicBezTo>
                  <a:cubicBezTo>
                    <a:pt x="22" y="4"/>
                    <a:pt x="18" y="6"/>
                    <a:pt x="14" y="9"/>
                  </a:cubicBezTo>
                  <a:cubicBezTo>
                    <a:pt x="12" y="12"/>
                    <a:pt x="11" y="16"/>
                    <a:pt x="10" y="2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2" y="57"/>
                    <a:pt x="4" y="54"/>
                    <a:pt x="6" y="52"/>
                  </a:cubicBezTo>
                  <a:cubicBezTo>
                    <a:pt x="6" y="42"/>
                    <a:pt x="8" y="32"/>
                    <a:pt x="12" y="23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şliḋé"/>
            <p:cNvSpPr/>
            <p:nvPr/>
          </p:nvSpPr>
          <p:spPr bwMode="auto">
            <a:xfrm>
              <a:off x="6429376" y="3081338"/>
              <a:ext cx="77788" cy="503238"/>
            </a:xfrm>
            <a:custGeom>
              <a:avLst/>
              <a:gdLst>
                <a:gd name="T0" fmla="*/ 33 w 47"/>
                <a:gd name="T1" fmla="*/ 35 h 306"/>
                <a:gd name="T2" fmla="*/ 30 w 47"/>
                <a:gd name="T3" fmla="*/ 20 h 306"/>
                <a:gd name="T4" fmla="*/ 22 w 47"/>
                <a:gd name="T5" fmla="*/ 9 h 306"/>
                <a:gd name="T6" fmla="*/ 13 w 47"/>
                <a:gd name="T7" fmla="*/ 0 h 306"/>
                <a:gd name="T8" fmla="*/ 18 w 47"/>
                <a:gd name="T9" fmla="*/ 306 h 306"/>
                <a:gd name="T10" fmla="*/ 28 w 47"/>
                <a:gd name="T11" fmla="*/ 274 h 306"/>
                <a:gd name="T12" fmla="*/ 47 w 47"/>
                <a:gd name="T13" fmla="*/ 221 h 306"/>
                <a:gd name="T14" fmla="*/ 41 w 47"/>
                <a:gd name="T15" fmla="*/ 173 h 306"/>
                <a:gd name="T16" fmla="*/ 36 w 47"/>
                <a:gd name="T17" fmla="*/ 153 h 306"/>
                <a:gd name="T18" fmla="*/ 32 w 47"/>
                <a:gd name="T19" fmla="*/ 72 h 306"/>
                <a:gd name="T20" fmla="*/ 33 w 47"/>
                <a:gd name="T21" fmla="*/ 35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306">
                  <a:moveTo>
                    <a:pt x="33" y="35"/>
                  </a:moveTo>
                  <a:cubicBezTo>
                    <a:pt x="33" y="30"/>
                    <a:pt x="32" y="25"/>
                    <a:pt x="30" y="20"/>
                  </a:cubicBezTo>
                  <a:cubicBezTo>
                    <a:pt x="28" y="16"/>
                    <a:pt x="25" y="13"/>
                    <a:pt x="22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102"/>
                    <a:pt x="0" y="206"/>
                    <a:pt x="18" y="306"/>
                  </a:cubicBezTo>
                  <a:cubicBezTo>
                    <a:pt x="21" y="296"/>
                    <a:pt x="25" y="285"/>
                    <a:pt x="28" y="274"/>
                  </a:cubicBezTo>
                  <a:cubicBezTo>
                    <a:pt x="33" y="256"/>
                    <a:pt x="39" y="238"/>
                    <a:pt x="47" y="221"/>
                  </a:cubicBezTo>
                  <a:cubicBezTo>
                    <a:pt x="45" y="205"/>
                    <a:pt x="43" y="189"/>
                    <a:pt x="41" y="173"/>
                  </a:cubicBezTo>
                  <a:cubicBezTo>
                    <a:pt x="40" y="166"/>
                    <a:pt x="38" y="159"/>
                    <a:pt x="36" y="153"/>
                  </a:cubicBezTo>
                  <a:cubicBezTo>
                    <a:pt x="29" y="126"/>
                    <a:pt x="28" y="99"/>
                    <a:pt x="32" y="72"/>
                  </a:cubicBezTo>
                  <a:cubicBezTo>
                    <a:pt x="33" y="60"/>
                    <a:pt x="34" y="47"/>
                    <a:pt x="33" y="35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Sḻïḋê"/>
            <p:cNvSpPr/>
            <p:nvPr/>
          </p:nvSpPr>
          <p:spPr bwMode="auto">
            <a:xfrm>
              <a:off x="6175376" y="4430713"/>
              <a:ext cx="58738" cy="790575"/>
            </a:xfrm>
            <a:custGeom>
              <a:avLst/>
              <a:gdLst>
                <a:gd name="T0" fmla="*/ 13 w 36"/>
                <a:gd name="T1" fmla="*/ 0 h 482"/>
                <a:gd name="T2" fmla="*/ 0 w 36"/>
                <a:gd name="T3" fmla="*/ 482 h 482"/>
                <a:gd name="T4" fmla="*/ 36 w 36"/>
                <a:gd name="T5" fmla="*/ 482 h 482"/>
                <a:gd name="T6" fmla="*/ 27 w 36"/>
                <a:gd name="T7" fmla="*/ 305 h 482"/>
                <a:gd name="T8" fmla="*/ 24 w 36"/>
                <a:gd name="T9" fmla="*/ 254 h 482"/>
                <a:gd name="T10" fmla="*/ 15 w 36"/>
                <a:gd name="T11" fmla="*/ 219 h 482"/>
                <a:gd name="T12" fmla="*/ 12 w 36"/>
                <a:gd name="T13" fmla="*/ 176 h 482"/>
                <a:gd name="T14" fmla="*/ 13 w 36"/>
                <a:gd name="T1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482">
                  <a:moveTo>
                    <a:pt x="13" y="0"/>
                  </a:moveTo>
                  <a:cubicBezTo>
                    <a:pt x="0" y="482"/>
                    <a:pt x="0" y="482"/>
                    <a:pt x="0" y="482"/>
                  </a:cubicBezTo>
                  <a:cubicBezTo>
                    <a:pt x="36" y="482"/>
                    <a:pt x="36" y="482"/>
                    <a:pt x="36" y="482"/>
                  </a:cubicBezTo>
                  <a:cubicBezTo>
                    <a:pt x="29" y="423"/>
                    <a:pt x="26" y="364"/>
                    <a:pt x="27" y="305"/>
                  </a:cubicBezTo>
                  <a:cubicBezTo>
                    <a:pt x="27" y="288"/>
                    <a:pt x="28" y="271"/>
                    <a:pt x="24" y="254"/>
                  </a:cubicBezTo>
                  <a:cubicBezTo>
                    <a:pt x="22" y="242"/>
                    <a:pt x="17" y="231"/>
                    <a:pt x="15" y="219"/>
                  </a:cubicBezTo>
                  <a:cubicBezTo>
                    <a:pt x="12" y="205"/>
                    <a:pt x="11" y="191"/>
                    <a:pt x="12" y="176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îṧḷîďé"/>
            <p:cNvSpPr/>
            <p:nvPr/>
          </p:nvSpPr>
          <p:spPr bwMode="auto">
            <a:xfrm>
              <a:off x="5681663" y="4400551"/>
              <a:ext cx="17463" cy="30163"/>
            </a:xfrm>
            <a:custGeom>
              <a:avLst/>
              <a:gdLst>
                <a:gd name="T0" fmla="*/ 4 w 11"/>
                <a:gd name="T1" fmla="*/ 18 h 18"/>
                <a:gd name="T2" fmla="*/ 6 w 11"/>
                <a:gd name="T3" fmla="*/ 14 h 18"/>
                <a:gd name="T4" fmla="*/ 11 w 11"/>
                <a:gd name="T5" fmla="*/ 0 h 18"/>
                <a:gd name="T6" fmla="*/ 10 w 11"/>
                <a:gd name="T7" fmla="*/ 0 h 18"/>
                <a:gd name="T8" fmla="*/ 0 w 11"/>
                <a:gd name="T9" fmla="*/ 15 h 18"/>
                <a:gd name="T10" fmla="*/ 4 w 11"/>
                <a:gd name="T1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8">
                  <a:moveTo>
                    <a:pt x="4" y="18"/>
                  </a:moveTo>
                  <a:cubicBezTo>
                    <a:pt x="5" y="17"/>
                    <a:pt x="5" y="16"/>
                    <a:pt x="6" y="14"/>
                  </a:cubicBezTo>
                  <a:cubicBezTo>
                    <a:pt x="7" y="10"/>
                    <a:pt x="9" y="5"/>
                    <a:pt x="11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5"/>
                    <a:pt x="4" y="10"/>
                    <a:pt x="0" y="15"/>
                  </a:cubicBezTo>
                  <a:cubicBezTo>
                    <a:pt x="2" y="16"/>
                    <a:pt x="3" y="17"/>
                    <a:pt x="4" y="18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išļîḑé"/>
            <p:cNvSpPr/>
            <p:nvPr/>
          </p:nvSpPr>
          <p:spPr bwMode="auto">
            <a:xfrm>
              <a:off x="3843338" y="3489326"/>
              <a:ext cx="98425" cy="604838"/>
            </a:xfrm>
            <a:custGeom>
              <a:avLst/>
              <a:gdLst>
                <a:gd name="T0" fmla="*/ 34 w 60"/>
                <a:gd name="T1" fmla="*/ 35 h 368"/>
                <a:gd name="T2" fmla="*/ 31 w 60"/>
                <a:gd name="T3" fmla="*/ 20 h 368"/>
                <a:gd name="T4" fmla="*/ 23 w 60"/>
                <a:gd name="T5" fmla="*/ 9 h 368"/>
                <a:gd name="T6" fmla="*/ 14 w 60"/>
                <a:gd name="T7" fmla="*/ 0 h 368"/>
                <a:gd name="T8" fmla="*/ 20 w 60"/>
                <a:gd name="T9" fmla="*/ 311 h 368"/>
                <a:gd name="T10" fmla="*/ 38 w 60"/>
                <a:gd name="T11" fmla="*/ 358 h 368"/>
                <a:gd name="T12" fmla="*/ 44 w 60"/>
                <a:gd name="T13" fmla="*/ 368 h 368"/>
                <a:gd name="T14" fmla="*/ 42 w 60"/>
                <a:gd name="T15" fmla="*/ 173 h 368"/>
                <a:gd name="T16" fmla="*/ 38 w 60"/>
                <a:gd name="T17" fmla="*/ 152 h 368"/>
                <a:gd name="T18" fmla="*/ 33 w 60"/>
                <a:gd name="T19" fmla="*/ 72 h 368"/>
                <a:gd name="T20" fmla="*/ 34 w 60"/>
                <a:gd name="T21" fmla="*/ 35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368">
                  <a:moveTo>
                    <a:pt x="34" y="35"/>
                  </a:moveTo>
                  <a:cubicBezTo>
                    <a:pt x="34" y="30"/>
                    <a:pt x="33" y="25"/>
                    <a:pt x="31" y="20"/>
                  </a:cubicBezTo>
                  <a:cubicBezTo>
                    <a:pt x="29" y="16"/>
                    <a:pt x="26" y="13"/>
                    <a:pt x="23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104"/>
                    <a:pt x="0" y="209"/>
                    <a:pt x="20" y="311"/>
                  </a:cubicBezTo>
                  <a:cubicBezTo>
                    <a:pt x="23" y="328"/>
                    <a:pt x="27" y="345"/>
                    <a:pt x="38" y="358"/>
                  </a:cubicBezTo>
                  <a:cubicBezTo>
                    <a:pt x="41" y="361"/>
                    <a:pt x="43" y="364"/>
                    <a:pt x="44" y="368"/>
                  </a:cubicBezTo>
                  <a:cubicBezTo>
                    <a:pt x="60" y="305"/>
                    <a:pt x="51" y="238"/>
                    <a:pt x="42" y="173"/>
                  </a:cubicBezTo>
                  <a:cubicBezTo>
                    <a:pt x="41" y="166"/>
                    <a:pt x="39" y="159"/>
                    <a:pt x="38" y="152"/>
                  </a:cubicBezTo>
                  <a:cubicBezTo>
                    <a:pt x="31" y="126"/>
                    <a:pt x="29" y="99"/>
                    <a:pt x="33" y="72"/>
                  </a:cubicBezTo>
                  <a:cubicBezTo>
                    <a:pt x="34" y="60"/>
                    <a:pt x="35" y="47"/>
                    <a:pt x="34" y="35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$liďé"/>
            <p:cNvSpPr/>
            <p:nvPr/>
          </p:nvSpPr>
          <p:spPr bwMode="auto">
            <a:xfrm>
              <a:off x="3892551" y="4111626"/>
              <a:ext cx="17463" cy="30163"/>
            </a:xfrm>
            <a:custGeom>
              <a:avLst/>
              <a:gdLst>
                <a:gd name="T0" fmla="*/ 4 w 11"/>
                <a:gd name="T1" fmla="*/ 18 h 18"/>
                <a:gd name="T2" fmla="*/ 6 w 11"/>
                <a:gd name="T3" fmla="*/ 14 h 18"/>
                <a:gd name="T4" fmla="*/ 11 w 11"/>
                <a:gd name="T5" fmla="*/ 0 h 18"/>
                <a:gd name="T6" fmla="*/ 10 w 11"/>
                <a:gd name="T7" fmla="*/ 0 h 18"/>
                <a:gd name="T8" fmla="*/ 0 w 11"/>
                <a:gd name="T9" fmla="*/ 15 h 18"/>
                <a:gd name="T10" fmla="*/ 4 w 11"/>
                <a:gd name="T1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8">
                  <a:moveTo>
                    <a:pt x="4" y="18"/>
                  </a:moveTo>
                  <a:cubicBezTo>
                    <a:pt x="5" y="17"/>
                    <a:pt x="5" y="16"/>
                    <a:pt x="6" y="14"/>
                  </a:cubicBezTo>
                  <a:cubicBezTo>
                    <a:pt x="7" y="10"/>
                    <a:pt x="9" y="5"/>
                    <a:pt x="11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5"/>
                    <a:pt x="4" y="10"/>
                    <a:pt x="0" y="15"/>
                  </a:cubicBezTo>
                  <a:cubicBezTo>
                    <a:pt x="2" y="16"/>
                    <a:pt x="3" y="17"/>
                    <a:pt x="4" y="1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iSḷiḋè"/>
            <p:cNvSpPr/>
            <p:nvPr/>
          </p:nvSpPr>
          <p:spPr bwMode="auto">
            <a:xfrm>
              <a:off x="3598863" y="4837113"/>
              <a:ext cx="28575" cy="412750"/>
            </a:xfrm>
            <a:custGeom>
              <a:avLst/>
              <a:gdLst>
                <a:gd name="T0" fmla="*/ 7 w 17"/>
                <a:gd name="T1" fmla="*/ 0 h 251"/>
                <a:gd name="T2" fmla="*/ 0 w 17"/>
                <a:gd name="T3" fmla="*/ 251 h 251"/>
                <a:gd name="T4" fmla="*/ 17 w 17"/>
                <a:gd name="T5" fmla="*/ 251 h 251"/>
                <a:gd name="T6" fmla="*/ 9 w 17"/>
                <a:gd name="T7" fmla="*/ 219 h 251"/>
                <a:gd name="T8" fmla="*/ 6 w 17"/>
                <a:gd name="T9" fmla="*/ 176 h 251"/>
                <a:gd name="T10" fmla="*/ 7 w 17"/>
                <a:gd name="T11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251">
                  <a:moveTo>
                    <a:pt x="7" y="0"/>
                  </a:moveTo>
                  <a:cubicBezTo>
                    <a:pt x="5" y="84"/>
                    <a:pt x="3" y="167"/>
                    <a:pt x="0" y="251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15" y="240"/>
                    <a:pt x="11" y="230"/>
                    <a:pt x="9" y="219"/>
                  </a:cubicBezTo>
                  <a:cubicBezTo>
                    <a:pt x="6" y="205"/>
                    <a:pt x="6" y="191"/>
                    <a:pt x="6" y="176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ṩḻïḍé"/>
            <p:cNvSpPr/>
            <p:nvPr/>
          </p:nvSpPr>
          <p:spPr bwMode="auto">
            <a:xfrm>
              <a:off x="3890963" y="5026026"/>
              <a:ext cx="142875" cy="220663"/>
            </a:xfrm>
            <a:custGeom>
              <a:avLst/>
              <a:gdLst>
                <a:gd name="T0" fmla="*/ 87 w 87"/>
                <a:gd name="T1" fmla="*/ 127 h 134"/>
                <a:gd name="T2" fmla="*/ 74 w 87"/>
                <a:gd name="T3" fmla="*/ 116 h 134"/>
                <a:gd name="T4" fmla="*/ 70 w 87"/>
                <a:gd name="T5" fmla="*/ 102 h 134"/>
                <a:gd name="T6" fmla="*/ 64 w 87"/>
                <a:gd name="T7" fmla="*/ 63 h 134"/>
                <a:gd name="T8" fmla="*/ 64 w 87"/>
                <a:gd name="T9" fmla="*/ 51 h 134"/>
                <a:gd name="T10" fmla="*/ 50 w 87"/>
                <a:gd name="T11" fmla="*/ 67 h 134"/>
                <a:gd name="T12" fmla="*/ 28 w 87"/>
                <a:gd name="T13" fmla="*/ 0 h 134"/>
                <a:gd name="T14" fmla="*/ 24 w 87"/>
                <a:gd name="T15" fmla="*/ 13 h 134"/>
                <a:gd name="T16" fmla="*/ 1 w 87"/>
                <a:gd name="T17" fmla="*/ 87 h 134"/>
                <a:gd name="T18" fmla="*/ 5 w 87"/>
                <a:gd name="T19" fmla="*/ 134 h 134"/>
                <a:gd name="T20" fmla="*/ 84 w 87"/>
                <a:gd name="T21" fmla="*/ 133 h 134"/>
                <a:gd name="T22" fmla="*/ 87 w 87"/>
                <a:gd name="T23" fmla="*/ 127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7" h="134">
                  <a:moveTo>
                    <a:pt x="87" y="127"/>
                  </a:moveTo>
                  <a:cubicBezTo>
                    <a:pt x="82" y="124"/>
                    <a:pt x="78" y="121"/>
                    <a:pt x="74" y="116"/>
                  </a:cubicBezTo>
                  <a:cubicBezTo>
                    <a:pt x="72" y="112"/>
                    <a:pt x="70" y="107"/>
                    <a:pt x="70" y="102"/>
                  </a:cubicBezTo>
                  <a:cubicBezTo>
                    <a:pt x="67" y="89"/>
                    <a:pt x="65" y="76"/>
                    <a:pt x="64" y="63"/>
                  </a:cubicBezTo>
                  <a:cubicBezTo>
                    <a:pt x="64" y="59"/>
                    <a:pt x="63" y="55"/>
                    <a:pt x="64" y="51"/>
                  </a:cubicBezTo>
                  <a:cubicBezTo>
                    <a:pt x="57" y="54"/>
                    <a:pt x="52" y="60"/>
                    <a:pt x="50" y="67"/>
                  </a:cubicBezTo>
                  <a:cubicBezTo>
                    <a:pt x="38" y="46"/>
                    <a:pt x="31" y="24"/>
                    <a:pt x="28" y="0"/>
                  </a:cubicBezTo>
                  <a:cubicBezTo>
                    <a:pt x="26" y="4"/>
                    <a:pt x="25" y="9"/>
                    <a:pt x="24" y="13"/>
                  </a:cubicBezTo>
                  <a:cubicBezTo>
                    <a:pt x="15" y="37"/>
                    <a:pt x="3" y="61"/>
                    <a:pt x="1" y="87"/>
                  </a:cubicBezTo>
                  <a:cubicBezTo>
                    <a:pt x="0" y="103"/>
                    <a:pt x="1" y="119"/>
                    <a:pt x="5" y="134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86" y="131"/>
                    <a:pt x="86" y="129"/>
                    <a:pt x="87" y="1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îṩļîdè"/>
            <p:cNvSpPr/>
            <p:nvPr/>
          </p:nvSpPr>
          <p:spPr bwMode="auto">
            <a:xfrm>
              <a:off x="4121151" y="5018088"/>
              <a:ext cx="15875" cy="31750"/>
            </a:xfrm>
            <a:custGeom>
              <a:avLst/>
              <a:gdLst>
                <a:gd name="T0" fmla="*/ 0 w 10"/>
                <a:gd name="T1" fmla="*/ 0 h 19"/>
                <a:gd name="T2" fmla="*/ 5 w 10"/>
                <a:gd name="T3" fmla="*/ 15 h 19"/>
                <a:gd name="T4" fmla="*/ 6 w 10"/>
                <a:gd name="T5" fmla="*/ 19 h 19"/>
                <a:gd name="T6" fmla="*/ 10 w 10"/>
                <a:gd name="T7" fmla="*/ 15 h 19"/>
                <a:gd name="T8" fmla="*/ 0 w 10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" y="5"/>
                    <a:pt x="3" y="10"/>
                    <a:pt x="5" y="15"/>
                  </a:cubicBezTo>
                  <a:cubicBezTo>
                    <a:pt x="5" y="16"/>
                    <a:pt x="6" y="17"/>
                    <a:pt x="6" y="19"/>
                  </a:cubicBezTo>
                  <a:cubicBezTo>
                    <a:pt x="8" y="17"/>
                    <a:pt x="9" y="16"/>
                    <a:pt x="10" y="15"/>
                  </a:cubicBezTo>
                  <a:cubicBezTo>
                    <a:pt x="6" y="11"/>
                    <a:pt x="3" y="6"/>
                    <a:pt x="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iṡļíḍé"/>
            <p:cNvSpPr/>
            <p:nvPr/>
          </p:nvSpPr>
          <p:spPr bwMode="auto">
            <a:xfrm>
              <a:off x="4786313" y="4738688"/>
              <a:ext cx="303213" cy="498475"/>
            </a:xfrm>
            <a:custGeom>
              <a:avLst/>
              <a:gdLst>
                <a:gd name="T0" fmla="*/ 168 w 184"/>
                <a:gd name="T1" fmla="*/ 253 h 303"/>
                <a:gd name="T2" fmla="*/ 156 w 184"/>
                <a:gd name="T3" fmla="*/ 181 h 303"/>
                <a:gd name="T4" fmla="*/ 137 w 184"/>
                <a:gd name="T5" fmla="*/ 5 h 303"/>
                <a:gd name="T6" fmla="*/ 137 w 184"/>
                <a:gd name="T7" fmla="*/ 0 h 303"/>
                <a:gd name="T8" fmla="*/ 136 w 184"/>
                <a:gd name="T9" fmla="*/ 2 h 303"/>
                <a:gd name="T10" fmla="*/ 112 w 184"/>
                <a:gd name="T11" fmla="*/ 40 h 303"/>
                <a:gd name="T12" fmla="*/ 76 w 184"/>
                <a:gd name="T13" fmla="*/ 60 h 303"/>
                <a:gd name="T14" fmla="*/ 61 w 184"/>
                <a:gd name="T15" fmla="*/ 51 h 303"/>
                <a:gd name="T16" fmla="*/ 29 w 184"/>
                <a:gd name="T17" fmla="*/ 23 h 303"/>
                <a:gd name="T18" fmla="*/ 10 w 184"/>
                <a:gd name="T19" fmla="*/ 7 h 303"/>
                <a:gd name="T20" fmla="*/ 7 w 184"/>
                <a:gd name="T21" fmla="*/ 123 h 303"/>
                <a:gd name="T22" fmla="*/ 0 w 184"/>
                <a:gd name="T23" fmla="*/ 158 h 303"/>
                <a:gd name="T24" fmla="*/ 19 w 184"/>
                <a:gd name="T25" fmla="*/ 272 h 303"/>
                <a:gd name="T26" fmla="*/ 19 w 184"/>
                <a:gd name="T27" fmla="*/ 303 h 303"/>
                <a:gd name="T28" fmla="*/ 113 w 184"/>
                <a:gd name="T29" fmla="*/ 302 h 303"/>
                <a:gd name="T30" fmla="*/ 113 w 184"/>
                <a:gd name="T31" fmla="*/ 302 h 303"/>
                <a:gd name="T32" fmla="*/ 184 w 184"/>
                <a:gd name="T33" fmla="*/ 301 h 303"/>
                <a:gd name="T34" fmla="*/ 168 w 184"/>
                <a:gd name="T35" fmla="*/ 25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4" h="303">
                  <a:moveTo>
                    <a:pt x="168" y="253"/>
                  </a:moveTo>
                  <a:cubicBezTo>
                    <a:pt x="162" y="229"/>
                    <a:pt x="158" y="205"/>
                    <a:pt x="156" y="181"/>
                  </a:cubicBezTo>
                  <a:cubicBezTo>
                    <a:pt x="150" y="122"/>
                    <a:pt x="143" y="63"/>
                    <a:pt x="137" y="5"/>
                  </a:cubicBezTo>
                  <a:cubicBezTo>
                    <a:pt x="137" y="3"/>
                    <a:pt x="137" y="1"/>
                    <a:pt x="137" y="0"/>
                  </a:cubicBezTo>
                  <a:cubicBezTo>
                    <a:pt x="136" y="1"/>
                    <a:pt x="136" y="1"/>
                    <a:pt x="136" y="2"/>
                  </a:cubicBezTo>
                  <a:cubicBezTo>
                    <a:pt x="131" y="16"/>
                    <a:pt x="121" y="28"/>
                    <a:pt x="112" y="40"/>
                  </a:cubicBezTo>
                  <a:cubicBezTo>
                    <a:pt x="102" y="52"/>
                    <a:pt x="90" y="64"/>
                    <a:pt x="76" y="60"/>
                  </a:cubicBezTo>
                  <a:cubicBezTo>
                    <a:pt x="71" y="58"/>
                    <a:pt x="65" y="55"/>
                    <a:pt x="61" y="51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3" y="18"/>
                    <a:pt x="17" y="12"/>
                    <a:pt x="10" y="7"/>
                  </a:cubicBezTo>
                  <a:cubicBezTo>
                    <a:pt x="10" y="45"/>
                    <a:pt x="9" y="84"/>
                    <a:pt x="7" y="123"/>
                  </a:cubicBezTo>
                  <a:cubicBezTo>
                    <a:pt x="6" y="135"/>
                    <a:pt x="5" y="148"/>
                    <a:pt x="0" y="158"/>
                  </a:cubicBezTo>
                  <a:cubicBezTo>
                    <a:pt x="12" y="195"/>
                    <a:pt x="18" y="233"/>
                    <a:pt x="19" y="272"/>
                  </a:cubicBezTo>
                  <a:cubicBezTo>
                    <a:pt x="19" y="282"/>
                    <a:pt x="19" y="292"/>
                    <a:pt x="19" y="303"/>
                  </a:cubicBezTo>
                  <a:cubicBezTo>
                    <a:pt x="113" y="302"/>
                    <a:pt x="113" y="302"/>
                    <a:pt x="113" y="302"/>
                  </a:cubicBezTo>
                  <a:cubicBezTo>
                    <a:pt x="113" y="302"/>
                    <a:pt x="113" y="302"/>
                    <a:pt x="113" y="302"/>
                  </a:cubicBezTo>
                  <a:cubicBezTo>
                    <a:pt x="184" y="301"/>
                    <a:pt x="184" y="301"/>
                    <a:pt x="184" y="301"/>
                  </a:cubicBezTo>
                  <a:cubicBezTo>
                    <a:pt x="178" y="285"/>
                    <a:pt x="172" y="269"/>
                    <a:pt x="168" y="253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íslîďê"/>
            <p:cNvSpPr/>
            <p:nvPr/>
          </p:nvSpPr>
          <p:spPr bwMode="auto">
            <a:xfrm>
              <a:off x="4764088" y="4414838"/>
              <a:ext cx="47625" cy="96838"/>
            </a:xfrm>
            <a:custGeom>
              <a:avLst/>
              <a:gdLst>
                <a:gd name="T0" fmla="*/ 23 w 29"/>
                <a:gd name="T1" fmla="*/ 52 h 59"/>
                <a:gd name="T2" fmla="*/ 29 w 29"/>
                <a:gd name="T3" fmla="*/ 59 h 59"/>
                <a:gd name="T4" fmla="*/ 19 w 29"/>
                <a:gd name="T5" fmla="*/ 20 h 59"/>
                <a:gd name="T6" fmla="*/ 15 w 29"/>
                <a:gd name="T7" fmla="*/ 9 h 59"/>
                <a:gd name="T8" fmla="*/ 3 w 29"/>
                <a:gd name="T9" fmla="*/ 2 h 59"/>
                <a:gd name="T10" fmla="*/ 0 w 29"/>
                <a:gd name="T11" fmla="*/ 0 h 59"/>
                <a:gd name="T12" fmla="*/ 17 w 29"/>
                <a:gd name="T13" fmla="*/ 23 h 59"/>
                <a:gd name="T14" fmla="*/ 23 w 29"/>
                <a:gd name="T15" fmla="*/ 5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59">
                  <a:moveTo>
                    <a:pt x="23" y="52"/>
                  </a:moveTo>
                  <a:cubicBezTo>
                    <a:pt x="25" y="54"/>
                    <a:pt x="27" y="57"/>
                    <a:pt x="29" y="5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6"/>
                    <a:pt x="17" y="12"/>
                    <a:pt x="15" y="9"/>
                  </a:cubicBezTo>
                  <a:cubicBezTo>
                    <a:pt x="11" y="6"/>
                    <a:pt x="7" y="4"/>
                    <a:pt x="3" y="2"/>
                  </a:cubicBezTo>
                  <a:cubicBezTo>
                    <a:pt x="2" y="1"/>
                    <a:pt x="1" y="1"/>
                    <a:pt x="0" y="0"/>
                  </a:cubicBezTo>
                  <a:cubicBezTo>
                    <a:pt x="6" y="7"/>
                    <a:pt x="13" y="14"/>
                    <a:pt x="17" y="23"/>
                  </a:cubicBezTo>
                  <a:cubicBezTo>
                    <a:pt x="21" y="32"/>
                    <a:pt x="23" y="42"/>
                    <a:pt x="23" y="52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íṩ1íḑe"/>
            <p:cNvSpPr/>
            <p:nvPr/>
          </p:nvSpPr>
          <p:spPr bwMode="auto">
            <a:xfrm>
              <a:off x="4986338" y="4132263"/>
              <a:ext cx="47625" cy="352425"/>
            </a:xfrm>
            <a:custGeom>
              <a:avLst/>
              <a:gdLst>
                <a:gd name="T0" fmla="*/ 4 w 29"/>
                <a:gd name="T1" fmla="*/ 48 h 214"/>
                <a:gd name="T2" fmla="*/ 10 w 29"/>
                <a:gd name="T3" fmla="*/ 132 h 214"/>
                <a:gd name="T4" fmla="*/ 14 w 29"/>
                <a:gd name="T5" fmla="*/ 214 h 214"/>
                <a:gd name="T6" fmla="*/ 29 w 29"/>
                <a:gd name="T7" fmla="*/ 151 h 214"/>
                <a:gd name="T8" fmla="*/ 21 w 29"/>
                <a:gd name="T9" fmla="*/ 116 h 214"/>
                <a:gd name="T10" fmla="*/ 18 w 29"/>
                <a:gd name="T11" fmla="*/ 0 h 214"/>
                <a:gd name="T12" fmla="*/ 0 w 29"/>
                <a:gd name="T13" fmla="*/ 16 h 214"/>
                <a:gd name="T14" fmla="*/ 4 w 29"/>
                <a:gd name="T15" fmla="*/ 48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214">
                  <a:moveTo>
                    <a:pt x="4" y="48"/>
                  </a:moveTo>
                  <a:cubicBezTo>
                    <a:pt x="7" y="76"/>
                    <a:pt x="8" y="104"/>
                    <a:pt x="10" y="132"/>
                  </a:cubicBezTo>
                  <a:cubicBezTo>
                    <a:pt x="11" y="160"/>
                    <a:pt x="12" y="187"/>
                    <a:pt x="14" y="214"/>
                  </a:cubicBezTo>
                  <a:cubicBezTo>
                    <a:pt x="17" y="193"/>
                    <a:pt x="22" y="172"/>
                    <a:pt x="29" y="151"/>
                  </a:cubicBezTo>
                  <a:cubicBezTo>
                    <a:pt x="23" y="141"/>
                    <a:pt x="22" y="128"/>
                    <a:pt x="21" y="116"/>
                  </a:cubicBezTo>
                  <a:cubicBezTo>
                    <a:pt x="19" y="77"/>
                    <a:pt x="18" y="39"/>
                    <a:pt x="18" y="0"/>
                  </a:cubicBezTo>
                  <a:cubicBezTo>
                    <a:pt x="12" y="6"/>
                    <a:pt x="6" y="11"/>
                    <a:pt x="0" y="16"/>
                  </a:cubicBezTo>
                  <a:cubicBezTo>
                    <a:pt x="2" y="27"/>
                    <a:pt x="3" y="37"/>
                    <a:pt x="4" y="48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iṩļíďè"/>
            <p:cNvSpPr/>
            <p:nvPr/>
          </p:nvSpPr>
          <p:spPr bwMode="auto">
            <a:xfrm>
              <a:off x="4087813" y="4394201"/>
              <a:ext cx="98425" cy="606425"/>
            </a:xfrm>
            <a:custGeom>
              <a:avLst/>
              <a:gdLst>
                <a:gd name="T0" fmla="*/ 19 w 60"/>
                <a:gd name="T1" fmla="*/ 174 h 369"/>
                <a:gd name="T2" fmla="*/ 16 w 60"/>
                <a:gd name="T3" fmla="*/ 369 h 369"/>
                <a:gd name="T4" fmla="*/ 22 w 60"/>
                <a:gd name="T5" fmla="*/ 359 h 369"/>
                <a:gd name="T6" fmla="*/ 40 w 60"/>
                <a:gd name="T7" fmla="*/ 312 h 369"/>
                <a:gd name="T8" fmla="*/ 46 w 60"/>
                <a:gd name="T9" fmla="*/ 0 h 369"/>
                <a:gd name="T10" fmla="*/ 38 w 60"/>
                <a:gd name="T11" fmla="*/ 10 h 369"/>
                <a:gd name="T12" fmla="*/ 30 w 60"/>
                <a:gd name="T13" fmla="*/ 21 h 369"/>
                <a:gd name="T14" fmla="*/ 26 w 60"/>
                <a:gd name="T15" fmla="*/ 36 h 369"/>
                <a:gd name="T16" fmla="*/ 28 w 60"/>
                <a:gd name="T17" fmla="*/ 73 h 369"/>
                <a:gd name="T18" fmla="*/ 23 w 60"/>
                <a:gd name="T19" fmla="*/ 153 h 369"/>
                <a:gd name="T20" fmla="*/ 19 w 60"/>
                <a:gd name="T21" fmla="*/ 17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369">
                  <a:moveTo>
                    <a:pt x="19" y="174"/>
                  </a:moveTo>
                  <a:cubicBezTo>
                    <a:pt x="9" y="239"/>
                    <a:pt x="0" y="306"/>
                    <a:pt x="16" y="369"/>
                  </a:cubicBezTo>
                  <a:cubicBezTo>
                    <a:pt x="18" y="365"/>
                    <a:pt x="20" y="361"/>
                    <a:pt x="22" y="359"/>
                  </a:cubicBezTo>
                  <a:cubicBezTo>
                    <a:pt x="33" y="346"/>
                    <a:pt x="37" y="328"/>
                    <a:pt x="40" y="312"/>
                  </a:cubicBezTo>
                  <a:cubicBezTo>
                    <a:pt x="60" y="210"/>
                    <a:pt x="51" y="105"/>
                    <a:pt x="46" y="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4" y="13"/>
                    <a:pt x="32" y="17"/>
                    <a:pt x="30" y="21"/>
                  </a:cubicBezTo>
                  <a:cubicBezTo>
                    <a:pt x="28" y="26"/>
                    <a:pt x="27" y="31"/>
                    <a:pt x="26" y="36"/>
                  </a:cubicBezTo>
                  <a:cubicBezTo>
                    <a:pt x="26" y="48"/>
                    <a:pt x="26" y="61"/>
                    <a:pt x="28" y="73"/>
                  </a:cubicBezTo>
                  <a:cubicBezTo>
                    <a:pt x="32" y="100"/>
                    <a:pt x="30" y="127"/>
                    <a:pt x="23" y="153"/>
                  </a:cubicBezTo>
                  <a:cubicBezTo>
                    <a:pt x="21" y="160"/>
                    <a:pt x="20" y="167"/>
                    <a:pt x="19" y="174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îṩļide"/>
            <p:cNvSpPr/>
            <p:nvPr/>
          </p:nvSpPr>
          <p:spPr bwMode="auto">
            <a:xfrm>
              <a:off x="6470651" y="4657726"/>
              <a:ext cx="90488" cy="560388"/>
            </a:xfrm>
            <a:custGeom>
              <a:avLst/>
              <a:gdLst>
                <a:gd name="T0" fmla="*/ 16 w 55"/>
                <a:gd name="T1" fmla="*/ 342 h 342"/>
                <a:gd name="T2" fmla="*/ 48 w 55"/>
                <a:gd name="T3" fmla="*/ 342 h 342"/>
                <a:gd name="T4" fmla="*/ 32 w 55"/>
                <a:gd name="T5" fmla="*/ 46 h 342"/>
                <a:gd name="T6" fmla="*/ 23 w 55"/>
                <a:gd name="T7" fmla="*/ 0 h 342"/>
                <a:gd name="T8" fmla="*/ 4 w 55"/>
                <a:gd name="T9" fmla="*/ 64 h 342"/>
                <a:gd name="T10" fmla="*/ 25 w 55"/>
                <a:gd name="T11" fmla="*/ 179 h 342"/>
                <a:gd name="T12" fmla="*/ 16 w 55"/>
                <a:gd name="T13" fmla="*/ 340 h 342"/>
                <a:gd name="T14" fmla="*/ 16 w 55"/>
                <a:gd name="T15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342">
                  <a:moveTo>
                    <a:pt x="16" y="342"/>
                  </a:moveTo>
                  <a:cubicBezTo>
                    <a:pt x="48" y="342"/>
                    <a:pt x="48" y="342"/>
                    <a:pt x="48" y="342"/>
                  </a:cubicBezTo>
                  <a:cubicBezTo>
                    <a:pt x="31" y="245"/>
                    <a:pt x="55" y="142"/>
                    <a:pt x="32" y="46"/>
                  </a:cubicBezTo>
                  <a:cubicBezTo>
                    <a:pt x="29" y="31"/>
                    <a:pt x="24" y="15"/>
                    <a:pt x="23" y="0"/>
                  </a:cubicBezTo>
                  <a:cubicBezTo>
                    <a:pt x="15" y="21"/>
                    <a:pt x="6" y="42"/>
                    <a:pt x="4" y="64"/>
                  </a:cubicBezTo>
                  <a:cubicBezTo>
                    <a:pt x="0" y="103"/>
                    <a:pt x="19" y="141"/>
                    <a:pt x="25" y="179"/>
                  </a:cubicBezTo>
                  <a:cubicBezTo>
                    <a:pt x="35" y="232"/>
                    <a:pt x="22" y="286"/>
                    <a:pt x="16" y="340"/>
                  </a:cubicBezTo>
                  <a:cubicBezTo>
                    <a:pt x="16" y="341"/>
                    <a:pt x="16" y="341"/>
                    <a:pt x="16" y="342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ṣ1ïďé"/>
            <p:cNvSpPr/>
            <p:nvPr/>
          </p:nvSpPr>
          <p:spPr bwMode="auto">
            <a:xfrm>
              <a:off x="8072438" y="4410076"/>
              <a:ext cx="220663" cy="790575"/>
            </a:xfrm>
            <a:custGeom>
              <a:avLst/>
              <a:gdLst>
                <a:gd name="T0" fmla="*/ 121 w 134"/>
                <a:gd name="T1" fmla="*/ 444 h 481"/>
                <a:gd name="T2" fmla="*/ 94 w 134"/>
                <a:gd name="T3" fmla="*/ 104 h 481"/>
                <a:gd name="T4" fmla="*/ 90 w 134"/>
                <a:gd name="T5" fmla="*/ 27 h 481"/>
                <a:gd name="T6" fmla="*/ 74 w 134"/>
                <a:gd name="T7" fmla="*/ 22 h 481"/>
                <a:gd name="T8" fmla="*/ 81 w 134"/>
                <a:gd name="T9" fmla="*/ 6 h 481"/>
                <a:gd name="T10" fmla="*/ 72 w 134"/>
                <a:gd name="T11" fmla="*/ 0 h 481"/>
                <a:gd name="T12" fmla="*/ 59 w 134"/>
                <a:gd name="T13" fmla="*/ 113 h 481"/>
                <a:gd name="T14" fmla="*/ 48 w 134"/>
                <a:gd name="T15" fmla="*/ 185 h 481"/>
                <a:gd name="T16" fmla="*/ 22 w 134"/>
                <a:gd name="T17" fmla="*/ 263 h 481"/>
                <a:gd name="T18" fmla="*/ 14 w 134"/>
                <a:gd name="T19" fmla="*/ 481 h 481"/>
                <a:gd name="T20" fmla="*/ 134 w 134"/>
                <a:gd name="T21" fmla="*/ 480 h 481"/>
                <a:gd name="T22" fmla="*/ 121 w 134"/>
                <a:gd name="T23" fmla="*/ 444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4" h="481">
                  <a:moveTo>
                    <a:pt x="121" y="444"/>
                  </a:moveTo>
                  <a:cubicBezTo>
                    <a:pt x="84" y="335"/>
                    <a:pt x="121" y="215"/>
                    <a:pt x="94" y="104"/>
                  </a:cubicBezTo>
                  <a:cubicBezTo>
                    <a:pt x="88" y="78"/>
                    <a:pt x="79" y="51"/>
                    <a:pt x="90" y="27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6" y="16"/>
                    <a:pt x="78" y="11"/>
                    <a:pt x="81" y="6"/>
                  </a:cubicBezTo>
                  <a:cubicBezTo>
                    <a:pt x="77" y="4"/>
                    <a:pt x="74" y="2"/>
                    <a:pt x="72" y="0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57" y="137"/>
                    <a:pt x="53" y="161"/>
                    <a:pt x="48" y="185"/>
                  </a:cubicBezTo>
                  <a:cubicBezTo>
                    <a:pt x="41" y="212"/>
                    <a:pt x="30" y="237"/>
                    <a:pt x="22" y="263"/>
                  </a:cubicBezTo>
                  <a:cubicBezTo>
                    <a:pt x="0" y="333"/>
                    <a:pt x="3" y="408"/>
                    <a:pt x="14" y="481"/>
                  </a:cubicBezTo>
                  <a:cubicBezTo>
                    <a:pt x="134" y="480"/>
                    <a:pt x="134" y="480"/>
                    <a:pt x="134" y="480"/>
                  </a:cubicBezTo>
                  <a:cubicBezTo>
                    <a:pt x="130" y="468"/>
                    <a:pt x="125" y="456"/>
                    <a:pt x="121" y="4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ṧḷiďe"/>
            <p:cNvSpPr/>
            <p:nvPr/>
          </p:nvSpPr>
          <p:spPr bwMode="auto">
            <a:xfrm>
              <a:off x="8158163" y="3357563"/>
              <a:ext cx="23813" cy="25400"/>
            </a:xfrm>
            <a:custGeom>
              <a:avLst/>
              <a:gdLst>
                <a:gd name="T0" fmla="*/ 12 w 14"/>
                <a:gd name="T1" fmla="*/ 15 h 15"/>
                <a:gd name="T2" fmla="*/ 13 w 14"/>
                <a:gd name="T3" fmla="*/ 14 h 15"/>
                <a:gd name="T4" fmla="*/ 14 w 14"/>
                <a:gd name="T5" fmla="*/ 9 h 15"/>
                <a:gd name="T6" fmla="*/ 3 w 14"/>
                <a:gd name="T7" fmla="*/ 2 h 15"/>
                <a:gd name="T8" fmla="*/ 0 w 14"/>
                <a:gd name="T9" fmla="*/ 0 h 15"/>
                <a:gd name="T10" fmla="*/ 12 w 14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5">
                  <a:moveTo>
                    <a:pt x="12" y="15"/>
                  </a:moveTo>
                  <a:cubicBezTo>
                    <a:pt x="13" y="14"/>
                    <a:pt x="13" y="14"/>
                    <a:pt x="13" y="14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1" y="6"/>
                    <a:pt x="7" y="4"/>
                    <a:pt x="3" y="2"/>
                  </a:cubicBezTo>
                  <a:cubicBezTo>
                    <a:pt x="2" y="1"/>
                    <a:pt x="1" y="1"/>
                    <a:pt x="0" y="0"/>
                  </a:cubicBezTo>
                  <a:cubicBezTo>
                    <a:pt x="4" y="5"/>
                    <a:pt x="9" y="10"/>
                    <a:pt x="12" y="15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sļïḍê"/>
            <p:cNvSpPr/>
            <p:nvPr/>
          </p:nvSpPr>
          <p:spPr bwMode="auto">
            <a:xfrm>
              <a:off x="7515226" y="3960813"/>
              <a:ext cx="15875" cy="30163"/>
            </a:xfrm>
            <a:custGeom>
              <a:avLst/>
              <a:gdLst>
                <a:gd name="T0" fmla="*/ 0 w 10"/>
                <a:gd name="T1" fmla="*/ 0 h 19"/>
                <a:gd name="T2" fmla="*/ 5 w 10"/>
                <a:gd name="T3" fmla="*/ 15 h 19"/>
                <a:gd name="T4" fmla="*/ 6 w 10"/>
                <a:gd name="T5" fmla="*/ 19 h 19"/>
                <a:gd name="T6" fmla="*/ 10 w 10"/>
                <a:gd name="T7" fmla="*/ 15 h 19"/>
                <a:gd name="T8" fmla="*/ 0 w 10"/>
                <a:gd name="T9" fmla="*/ 0 h 19"/>
                <a:gd name="T10" fmla="*/ 0 w 10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" y="5"/>
                    <a:pt x="3" y="10"/>
                    <a:pt x="5" y="15"/>
                  </a:cubicBezTo>
                  <a:cubicBezTo>
                    <a:pt x="5" y="16"/>
                    <a:pt x="6" y="17"/>
                    <a:pt x="6" y="19"/>
                  </a:cubicBezTo>
                  <a:cubicBezTo>
                    <a:pt x="8" y="17"/>
                    <a:pt x="9" y="16"/>
                    <a:pt x="10" y="15"/>
                  </a:cubicBezTo>
                  <a:cubicBezTo>
                    <a:pt x="6" y="11"/>
                    <a:pt x="3" y="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śḷíḑé"/>
            <p:cNvSpPr/>
            <p:nvPr/>
          </p:nvSpPr>
          <p:spPr bwMode="auto">
            <a:xfrm>
              <a:off x="8258176" y="3770313"/>
              <a:ext cx="88900" cy="415925"/>
            </a:xfrm>
            <a:custGeom>
              <a:avLst/>
              <a:gdLst>
                <a:gd name="T0" fmla="*/ 40 w 54"/>
                <a:gd name="T1" fmla="*/ 196 h 253"/>
                <a:gd name="T2" fmla="*/ 51 w 54"/>
                <a:gd name="T3" fmla="*/ 0 h 253"/>
                <a:gd name="T4" fmla="*/ 29 w 54"/>
                <a:gd name="T5" fmla="*/ 7 h 253"/>
                <a:gd name="T6" fmla="*/ 29 w 54"/>
                <a:gd name="T7" fmla="*/ 6 h 253"/>
                <a:gd name="T8" fmla="*/ 23 w 54"/>
                <a:gd name="T9" fmla="*/ 37 h 253"/>
                <a:gd name="T10" fmla="*/ 19 w 54"/>
                <a:gd name="T11" fmla="*/ 58 h 253"/>
                <a:gd name="T12" fmla="*/ 16 w 54"/>
                <a:gd name="T13" fmla="*/ 253 h 253"/>
                <a:gd name="T14" fmla="*/ 22 w 54"/>
                <a:gd name="T15" fmla="*/ 243 h 253"/>
                <a:gd name="T16" fmla="*/ 40 w 54"/>
                <a:gd name="T17" fmla="*/ 196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253">
                  <a:moveTo>
                    <a:pt x="40" y="196"/>
                  </a:moveTo>
                  <a:cubicBezTo>
                    <a:pt x="53" y="131"/>
                    <a:pt x="54" y="66"/>
                    <a:pt x="51" y="0"/>
                  </a:cubicBezTo>
                  <a:cubicBezTo>
                    <a:pt x="45" y="6"/>
                    <a:pt x="37" y="8"/>
                    <a:pt x="29" y="7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17"/>
                    <a:pt x="26" y="27"/>
                    <a:pt x="23" y="37"/>
                  </a:cubicBezTo>
                  <a:cubicBezTo>
                    <a:pt x="21" y="44"/>
                    <a:pt x="20" y="51"/>
                    <a:pt x="19" y="58"/>
                  </a:cubicBezTo>
                  <a:cubicBezTo>
                    <a:pt x="9" y="123"/>
                    <a:pt x="0" y="190"/>
                    <a:pt x="16" y="253"/>
                  </a:cubicBezTo>
                  <a:cubicBezTo>
                    <a:pt x="18" y="249"/>
                    <a:pt x="20" y="245"/>
                    <a:pt x="22" y="243"/>
                  </a:cubicBezTo>
                  <a:cubicBezTo>
                    <a:pt x="33" y="230"/>
                    <a:pt x="37" y="212"/>
                    <a:pt x="40" y="19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ŝľiḓê"/>
            <p:cNvSpPr/>
            <p:nvPr/>
          </p:nvSpPr>
          <p:spPr bwMode="auto">
            <a:xfrm>
              <a:off x="5399088" y="5126038"/>
              <a:ext cx="1588" cy="104775"/>
            </a:xfrm>
            <a:custGeom>
              <a:avLst/>
              <a:gdLst>
                <a:gd name="T0" fmla="*/ 1 w 1"/>
                <a:gd name="T1" fmla="*/ 63 h 63"/>
                <a:gd name="T2" fmla="*/ 1 w 1"/>
                <a:gd name="T3" fmla="*/ 0 h 63"/>
                <a:gd name="T4" fmla="*/ 0 w 1"/>
                <a:gd name="T5" fmla="*/ 63 h 63"/>
                <a:gd name="T6" fmla="*/ 1 w 1"/>
                <a:gd name="T7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63">
                  <a:moveTo>
                    <a:pt x="1" y="63"/>
                  </a:moveTo>
                  <a:cubicBezTo>
                    <a:pt x="1" y="42"/>
                    <a:pt x="1" y="21"/>
                    <a:pt x="1" y="0"/>
                  </a:cubicBezTo>
                  <a:cubicBezTo>
                    <a:pt x="1" y="21"/>
                    <a:pt x="0" y="42"/>
                    <a:pt x="0" y="63"/>
                  </a:cubicBezTo>
                  <a:cubicBezTo>
                    <a:pt x="1" y="63"/>
                    <a:pt x="1" y="63"/>
                    <a:pt x="1" y="63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iś1iḓè"/>
            <p:cNvSpPr/>
            <p:nvPr/>
          </p:nvSpPr>
          <p:spPr bwMode="auto">
            <a:xfrm>
              <a:off x="2540001" y="1568451"/>
              <a:ext cx="7072313" cy="3671888"/>
            </a:xfrm>
            <a:custGeom>
              <a:avLst/>
              <a:gdLst>
                <a:gd name="T0" fmla="*/ 2868 w 4300"/>
                <a:gd name="T1" fmla="*/ 80 h 2235"/>
                <a:gd name="T2" fmla="*/ 456 w 4300"/>
                <a:gd name="T3" fmla="*/ 450 h 2235"/>
                <a:gd name="T4" fmla="*/ 456 w 4300"/>
                <a:gd name="T5" fmla="*/ 2227 h 2235"/>
                <a:gd name="T6" fmla="*/ 408 w 4300"/>
                <a:gd name="T7" fmla="*/ 1650 h 2235"/>
                <a:gd name="T8" fmla="*/ 351 w 4300"/>
                <a:gd name="T9" fmla="*/ 1439 h 2235"/>
                <a:gd name="T10" fmla="*/ 302 w 4300"/>
                <a:gd name="T11" fmla="*/ 1057 h 2235"/>
                <a:gd name="T12" fmla="*/ 493 w 4300"/>
                <a:gd name="T13" fmla="*/ 905 h 2235"/>
                <a:gd name="T14" fmla="*/ 530 w 4300"/>
                <a:gd name="T15" fmla="*/ 855 h 2235"/>
                <a:gd name="T16" fmla="*/ 445 w 4300"/>
                <a:gd name="T17" fmla="*/ 660 h 2235"/>
                <a:gd name="T18" fmla="*/ 667 w 4300"/>
                <a:gd name="T19" fmla="*/ 590 h 2235"/>
                <a:gd name="T20" fmla="*/ 697 w 4300"/>
                <a:gd name="T21" fmla="*/ 791 h 2235"/>
                <a:gd name="T22" fmla="*/ 708 w 4300"/>
                <a:gd name="T23" fmla="*/ 891 h 2235"/>
                <a:gd name="T24" fmla="*/ 924 w 4300"/>
                <a:gd name="T25" fmla="*/ 1125 h 2235"/>
                <a:gd name="T26" fmla="*/ 1016 w 4300"/>
                <a:gd name="T27" fmla="*/ 1475 h 2235"/>
                <a:gd name="T28" fmla="*/ 1110 w 4300"/>
                <a:gd name="T29" fmla="*/ 1435 h 2235"/>
                <a:gd name="T30" fmla="*/ 1050 w 4300"/>
                <a:gd name="T31" fmla="*/ 1223 h 2235"/>
                <a:gd name="T32" fmla="*/ 1302 w 4300"/>
                <a:gd name="T33" fmla="*/ 1155 h 2235"/>
                <a:gd name="T34" fmla="*/ 1338 w 4300"/>
                <a:gd name="T35" fmla="*/ 1300 h 2235"/>
                <a:gd name="T36" fmla="*/ 1282 w 4300"/>
                <a:gd name="T37" fmla="*/ 1451 h 2235"/>
                <a:gd name="T38" fmla="*/ 1377 w 4300"/>
                <a:gd name="T39" fmla="*/ 1463 h 2235"/>
                <a:gd name="T40" fmla="*/ 1512 w 4300"/>
                <a:gd name="T41" fmla="*/ 1115 h 2235"/>
                <a:gd name="T42" fmla="*/ 1618 w 4300"/>
                <a:gd name="T43" fmla="*/ 1071 h 2235"/>
                <a:gd name="T44" fmla="*/ 1537 w 4300"/>
                <a:gd name="T45" fmla="*/ 884 h 2235"/>
                <a:gd name="T46" fmla="*/ 1487 w 4300"/>
                <a:gd name="T47" fmla="*/ 961 h 2235"/>
                <a:gd name="T48" fmla="*/ 1335 w 4300"/>
                <a:gd name="T49" fmla="*/ 1044 h 2235"/>
                <a:gd name="T50" fmla="*/ 1464 w 4300"/>
                <a:gd name="T51" fmla="*/ 790 h 2235"/>
                <a:gd name="T52" fmla="*/ 1704 w 4300"/>
                <a:gd name="T53" fmla="*/ 752 h 2235"/>
                <a:gd name="T54" fmla="*/ 1838 w 4300"/>
                <a:gd name="T55" fmla="*/ 887 h 2235"/>
                <a:gd name="T56" fmla="*/ 1782 w 4300"/>
                <a:gd name="T57" fmla="*/ 1064 h 2235"/>
                <a:gd name="T58" fmla="*/ 1861 w 4300"/>
                <a:gd name="T59" fmla="*/ 1039 h 2235"/>
                <a:gd name="T60" fmla="*/ 1996 w 4300"/>
                <a:gd name="T61" fmla="*/ 691 h 2235"/>
                <a:gd name="T62" fmla="*/ 2102 w 4300"/>
                <a:gd name="T63" fmla="*/ 647 h 2235"/>
                <a:gd name="T64" fmla="*/ 2021 w 4300"/>
                <a:gd name="T65" fmla="*/ 460 h 2235"/>
                <a:gd name="T66" fmla="*/ 2187 w 4300"/>
                <a:gd name="T67" fmla="*/ 328 h 2235"/>
                <a:gd name="T68" fmla="*/ 2322 w 4300"/>
                <a:gd name="T69" fmla="*/ 463 h 2235"/>
                <a:gd name="T70" fmla="*/ 2266 w 4300"/>
                <a:gd name="T71" fmla="*/ 640 h 2235"/>
                <a:gd name="T72" fmla="*/ 2419 w 4300"/>
                <a:gd name="T73" fmla="*/ 705 h 2235"/>
                <a:gd name="T74" fmla="*/ 2566 w 4300"/>
                <a:gd name="T75" fmla="*/ 1042 h 2235"/>
                <a:gd name="T76" fmla="*/ 2621 w 4300"/>
                <a:gd name="T77" fmla="*/ 990 h 2235"/>
                <a:gd name="T78" fmla="*/ 2581 w 4300"/>
                <a:gd name="T79" fmla="*/ 774 h 2235"/>
                <a:gd name="T80" fmla="*/ 2837 w 4300"/>
                <a:gd name="T81" fmla="*/ 702 h 2235"/>
                <a:gd name="T82" fmla="*/ 3009 w 4300"/>
                <a:gd name="T83" fmla="*/ 861 h 2235"/>
                <a:gd name="T84" fmla="*/ 3162 w 4300"/>
                <a:gd name="T85" fmla="*/ 796 h 2235"/>
                <a:gd name="T86" fmla="*/ 3106 w 4300"/>
                <a:gd name="T87" fmla="*/ 619 h 2235"/>
                <a:gd name="T88" fmla="*/ 3241 w 4300"/>
                <a:gd name="T89" fmla="*/ 484 h 2235"/>
                <a:gd name="T90" fmla="*/ 3480 w 4300"/>
                <a:gd name="T91" fmla="*/ 589 h 2235"/>
                <a:gd name="T92" fmla="*/ 3588 w 4300"/>
                <a:gd name="T93" fmla="*/ 744 h 2235"/>
                <a:gd name="T94" fmla="*/ 3809 w 4300"/>
                <a:gd name="T95" fmla="*/ 632 h 2235"/>
                <a:gd name="T96" fmla="*/ 3874 w 4300"/>
                <a:gd name="T97" fmla="*/ 774 h 2235"/>
                <a:gd name="T98" fmla="*/ 3810 w 4300"/>
                <a:gd name="T99" fmla="*/ 950 h 2235"/>
                <a:gd name="T100" fmla="*/ 3914 w 4300"/>
                <a:gd name="T101" fmla="*/ 1003 h 2235"/>
                <a:gd name="T102" fmla="*/ 4042 w 4300"/>
                <a:gd name="T103" fmla="*/ 1396 h 2235"/>
                <a:gd name="T104" fmla="*/ 3912 w 4300"/>
                <a:gd name="T105" fmla="*/ 1441 h 2235"/>
                <a:gd name="T106" fmla="*/ 4232 w 4300"/>
                <a:gd name="T107" fmla="*/ 494 h 2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300" h="2235">
                  <a:moveTo>
                    <a:pt x="4232" y="494"/>
                  </a:moveTo>
                  <a:cubicBezTo>
                    <a:pt x="4229" y="479"/>
                    <a:pt x="4226" y="464"/>
                    <a:pt x="4222" y="449"/>
                  </a:cubicBezTo>
                  <a:cubicBezTo>
                    <a:pt x="4183" y="293"/>
                    <a:pt x="4092" y="167"/>
                    <a:pt x="3926" y="100"/>
                  </a:cubicBezTo>
                  <a:cubicBezTo>
                    <a:pt x="3912" y="94"/>
                    <a:pt x="3897" y="88"/>
                    <a:pt x="3882" y="84"/>
                  </a:cubicBezTo>
                  <a:cubicBezTo>
                    <a:pt x="3847" y="72"/>
                    <a:pt x="3811" y="64"/>
                    <a:pt x="3775" y="58"/>
                  </a:cubicBezTo>
                  <a:cubicBezTo>
                    <a:pt x="3426" y="0"/>
                    <a:pt x="3132" y="27"/>
                    <a:pt x="2868" y="80"/>
                  </a:cubicBezTo>
                  <a:cubicBezTo>
                    <a:pt x="2853" y="83"/>
                    <a:pt x="2838" y="86"/>
                    <a:pt x="2823" y="89"/>
                  </a:cubicBezTo>
                  <a:cubicBezTo>
                    <a:pt x="2452" y="168"/>
                    <a:pt x="2137" y="289"/>
                    <a:pt x="1800" y="278"/>
                  </a:cubicBezTo>
                  <a:cubicBezTo>
                    <a:pt x="1785" y="278"/>
                    <a:pt x="1770" y="277"/>
                    <a:pt x="1755" y="276"/>
                  </a:cubicBezTo>
                  <a:cubicBezTo>
                    <a:pt x="1608" y="266"/>
                    <a:pt x="1457" y="230"/>
                    <a:pt x="1295" y="154"/>
                  </a:cubicBezTo>
                  <a:cubicBezTo>
                    <a:pt x="1103" y="64"/>
                    <a:pt x="908" y="94"/>
                    <a:pt x="732" y="202"/>
                  </a:cubicBezTo>
                  <a:cubicBezTo>
                    <a:pt x="632" y="262"/>
                    <a:pt x="539" y="348"/>
                    <a:pt x="456" y="450"/>
                  </a:cubicBezTo>
                  <a:cubicBezTo>
                    <a:pt x="456" y="450"/>
                    <a:pt x="456" y="450"/>
                    <a:pt x="456" y="450"/>
                  </a:cubicBezTo>
                  <a:cubicBezTo>
                    <a:pt x="444" y="464"/>
                    <a:pt x="433" y="479"/>
                    <a:pt x="421" y="494"/>
                  </a:cubicBezTo>
                  <a:cubicBezTo>
                    <a:pt x="151" y="853"/>
                    <a:pt x="0" y="1391"/>
                    <a:pt x="124" y="1808"/>
                  </a:cubicBezTo>
                  <a:cubicBezTo>
                    <a:pt x="128" y="1823"/>
                    <a:pt x="133" y="1837"/>
                    <a:pt x="138" y="1852"/>
                  </a:cubicBezTo>
                  <a:cubicBezTo>
                    <a:pt x="174" y="1954"/>
                    <a:pt x="227" y="2047"/>
                    <a:pt x="299" y="2128"/>
                  </a:cubicBezTo>
                  <a:cubicBezTo>
                    <a:pt x="341" y="2174"/>
                    <a:pt x="395" y="2208"/>
                    <a:pt x="456" y="2227"/>
                  </a:cubicBezTo>
                  <a:cubicBezTo>
                    <a:pt x="466" y="2230"/>
                    <a:pt x="476" y="2232"/>
                    <a:pt x="487" y="2235"/>
                  </a:cubicBezTo>
                  <a:cubicBezTo>
                    <a:pt x="490" y="2184"/>
                    <a:pt x="487" y="2133"/>
                    <a:pt x="472" y="2085"/>
                  </a:cubicBezTo>
                  <a:cubicBezTo>
                    <a:pt x="464" y="2059"/>
                    <a:pt x="453" y="2034"/>
                    <a:pt x="446" y="2007"/>
                  </a:cubicBezTo>
                  <a:cubicBezTo>
                    <a:pt x="440" y="1983"/>
                    <a:pt x="436" y="1959"/>
                    <a:pt x="434" y="1935"/>
                  </a:cubicBezTo>
                  <a:cubicBezTo>
                    <a:pt x="428" y="1876"/>
                    <a:pt x="421" y="1817"/>
                    <a:pt x="415" y="1759"/>
                  </a:cubicBezTo>
                  <a:cubicBezTo>
                    <a:pt x="411" y="1723"/>
                    <a:pt x="407" y="1686"/>
                    <a:pt x="408" y="1650"/>
                  </a:cubicBezTo>
                  <a:cubicBezTo>
                    <a:pt x="409" y="1611"/>
                    <a:pt x="416" y="1573"/>
                    <a:pt x="428" y="1536"/>
                  </a:cubicBezTo>
                  <a:cubicBezTo>
                    <a:pt x="422" y="1526"/>
                    <a:pt x="421" y="1513"/>
                    <a:pt x="420" y="1501"/>
                  </a:cubicBezTo>
                  <a:cubicBezTo>
                    <a:pt x="418" y="1462"/>
                    <a:pt x="417" y="1423"/>
                    <a:pt x="417" y="1385"/>
                  </a:cubicBezTo>
                  <a:cubicBezTo>
                    <a:pt x="411" y="1390"/>
                    <a:pt x="405" y="1396"/>
                    <a:pt x="398" y="1401"/>
                  </a:cubicBezTo>
                  <a:cubicBezTo>
                    <a:pt x="366" y="1429"/>
                    <a:pt x="366" y="1429"/>
                    <a:pt x="366" y="1429"/>
                  </a:cubicBezTo>
                  <a:cubicBezTo>
                    <a:pt x="362" y="1433"/>
                    <a:pt x="357" y="1437"/>
                    <a:pt x="351" y="1439"/>
                  </a:cubicBezTo>
                  <a:cubicBezTo>
                    <a:pt x="337" y="1442"/>
                    <a:pt x="324" y="1429"/>
                    <a:pt x="315" y="1418"/>
                  </a:cubicBezTo>
                  <a:cubicBezTo>
                    <a:pt x="306" y="1407"/>
                    <a:pt x="296" y="1395"/>
                    <a:pt x="291" y="1380"/>
                  </a:cubicBezTo>
                  <a:cubicBezTo>
                    <a:pt x="287" y="1367"/>
                    <a:pt x="286" y="1353"/>
                    <a:pt x="287" y="1340"/>
                  </a:cubicBezTo>
                  <a:cubicBezTo>
                    <a:pt x="287" y="1322"/>
                    <a:pt x="288" y="1305"/>
                    <a:pt x="289" y="1287"/>
                  </a:cubicBezTo>
                  <a:cubicBezTo>
                    <a:pt x="297" y="1141"/>
                    <a:pt x="297" y="1141"/>
                    <a:pt x="297" y="1141"/>
                  </a:cubicBezTo>
                  <a:cubicBezTo>
                    <a:pt x="298" y="1113"/>
                    <a:pt x="299" y="1085"/>
                    <a:pt x="302" y="1057"/>
                  </a:cubicBezTo>
                  <a:cubicBezTo>
                    <a:pt x="304" y="1037"/>
                    <a:pt x="306" y="1017"/>
                    <a:pt x="317" y="1000"/>
                  </a:cubicBezTo>
                  <a:cubicBezTo>
                    <a:pt x="336" y="968"/>
                    <a:pt x="377" y="956"/>
                    <a:pt x="415" y="959"/>
                  </a:cubicBezTo>
                  <a:cubicBezTo>
                    <a:pt x="413" y="955"/>
                    <a:pt x="413" y="951"/>
                    <a:pt x="415" y="947"/>
                  </a:cubicBezTo>
                  <a:cubicBezTo>
                    <a:pt x="417" y="944"/>
                    <a:pt x="420" y="941"/>
                    <a:pt x="424" y="939"/>
                  </a:cubicBezTo>
                  <a:cubicBezTo>
                    <a:pt x="480" y="909"/>
                    <a:pt x="480" y="909"/>
                    <a:pt x="480" y="909"/>
                  </a:cubicBezTo>
                  <a:cubicBezTo>
                    <a:pt x="484" y="907"/>
                    <a:pt x="488" y="905"/>
                    <a:pt x="493" y="905"/>
                  </a:cubicBezTo>
                  <a:cubicBezTo>
                    <a:pt x="495" y="904"/>
                    <a:pt x="498" y="905"/>
                    <a:pt x="500" y="906"/>
                  </a:cubicBezTo>
                  <a:cubicBezTo>
                    <a:pt x="511" y="898"/>
                    <a:pt x="511" y="898"/>
                    <a:pt x="511" y="898"/>
                  </a:cubicBezTo>
                  <a:cubicBezTo>
                    <a:pt x="513" y="897"/>
                    <a:pt x="516" y="895"/>
                    <a:pt x="519" y="894"/>
                  </a:cubicBezTo>
                  <a:cubicBezTo>
                    <a:pt x="522" y="893"/>
                    <a:pt x="526" y="893"/>
                    <a:pt x="530" y="895"/>
                  </a:cubicBezTo>
                  <a:cubicBezTo>
                    <a:pt x="533" y="889"/>
                    <a:pt x="534" y="883"/>
                    <a:pt x="534" y="877"/>
                  </a:cubicBezTo>
                  <a:cubicBezTo>
                    <a:pt x="534" y="870"/>
                    <a:pt x="533" y="862"/>
                    <a:pt x="530" y="855"/>
                  </a:cubicBezTo>
                  <a:cubicBezTo>
                    <a:pt x="504" y="836"/>
                    <a:pt x="488" y="805"/>
                    <a:pt x="488" y="773"/>
                  </a:cubicBezTo>
                  <a:cubicBezTo>
                    <a:pt x="476" y="766"/>
                    <a:pt x="460" y="762"/>
                    <a:pt x="456" y="748"/>
                  </a:cubicBezTo>
                  <a:cubicBezTo>
                    <a:pt x="452" y="738"/>
                    <a:pt x="456" y="728"/>
                    <a:pt x="455" y="718"/>
                  </a:cubicBezTo>
                  <a:cubicBezTo>
                    <a:pt x="452" y="715"/>
                    <a:pt x="450" y="712"/>
                    <a:pt x="449" y="708"/>
                  </a:cubicBezTo>
                  <a:cubicBezTo>
                    <a:pt x="445" y="698"/>
                    <a:pt x="450" y="687"/>
                    <a:pt x="448" y="677"/>
                  </a:cubicBezTo>
                  <a:cubicBezTo>
                    <a:pt x="447" y="671"/>
                    <a:pt x="444" y="665"/>
                    <a:pt x="445" y="660"/>
                  </a:cubicBezTo>
                  <a:cubicBezTo>
                    <a:pt x="446" y="656"/>
                    <a:pt x="449" y="652"/>
                    <a:pt x="452" y="649"/>
                  </a:cubicBezTo>
                  <a:cubicBezTo>
                    <a:pt x="491" y="603"/>
                    <a:pt x="491" y="603"/>
                    <a:pt x="491" y="603"/>
                  </a:cubicBezTo>
                  <a:cubicBezTo>
                    <a:pt x="500" y="592"/>
                    <a:pt x="509" y="582"/>
                    <a:pt x="520" y="576"/>
                  </a:cubicBezTo>
                  <a:cubicBezTo>
                    <a:pt x="549" y="561"/>
                    <a:pt x="583" y="576"/>
                    <a:pt x="615" y="576"/>
                  </a:cubicBezTo>
                  <a:cubicBezTo>
                    <a:pt x="626" y="576"/>
                    <a:pt x="637" y="574"/>
                    <a:pt x="647" y="577"/>
                  </a:cubicBezTo>
                  <a:cubicBezTo>
                    <a:pt x="655" y="580"/>
                    <a:pt x="661" y="585"/>
                    <a:pt x="667" y="590"/>
                  </a:cubicBezTo>
                  <a:cubicBezTo>
                    <a:pt x="711" y="626"/>
                    <a:pt x="711" y="626"/>
                    <a:pt x="711" y="626"/>
                  </a:cubicBezTo>
                  <a:cubicBezTo>
                    <a:pt x="726" y="638"/>
                    <a:pt x="742" y="652"/>
                    <a:pt x="743" y="671"/>
                  </a:cubicBezTo>
                  <a:cubicBezTo>
                    <a:pt x="744" y="677"/>
                    <a:pt x="743" y="683"/>
                    <a:pt x="741" y="688"/>
                  </a:cubicBezTo>
                  <a:cubicBezTo>
                    <a:pt x="746" y="695"/>
                    <a:pt x="749" y="703"/>
                    <a:pt x="750" y="711"/>
                  </a:cubicBezTo>
                  <a:cubicBezTo>
                    <a:pt x="751" y="724"/>
                    <a:pt x="744" y="737"/>
                    <a:pt x="737" y="748"/>
                  </a:cubicBezTo>
                  <a:cubicBezTo>
                    <a:pt x="726" y="764"/>
                    <a:pt x="713" y="779"/>
                    <a:pt x="697" y="791"/>
                  </a:cubicBezTo>
                  <a:cubicBezTo>
                    <a:pt x="694" y="810"/>
                    <a:pt x="685" y="828"/>
                    <a:pt x="672" y="842"/>
                  </a:cubicBezTo>
                  <a:cubicBezTo>
                    <a:pt x="675" y="856"/>
                    <a:pt x="678" y="870"/>
                    <a:pt x="683" y="883"/>
                  </a:cubicBezTo>
                  <a:cubicBezTo>
                    <a:pt x="683" y="884"/>
                    <a:pt x="683" y="884"/>
                    <a:pt x="683" y="884"/>
                  </a:cubicBezTo>
                  <a:cubicBezTo>
                    <a:pt x="687" y="884"/>
                    <a:pt x="691" y="885"/>
                    <a:pt x="694" y="888"/>
                  </a:cubicBezTo>
                  <a:cubicBezTo>
                    <a:pt x="697" y="890"/>
                    <a:pt x="700" y="893"/>
                    <a:pt x="702" y="896"/>
                  </a:cubicBezTo>
                  <a:cubicBezTo>
                    <a:pt x="704" y="893"/>
                    <a:pt x="706" y="892"/>
                    <a:pt x="708" y="891"/>
                  </a:cubicBezTo>
                  <a:cubicBezTo>
                    <a:pt x="714" y="888"/>
                    <a:pt x="721" y="891"/>
                    <a:pt x="727" y="894"/>
                  </a:cubicBezTo>
                  <a:cubicBezTo>
                    <a:pt x="744" y="902"/>
                    <a:pt x="762" y="910"/>
                    <a:pt x="777" y="923"/>
                  </a:cubicBezTo>
                  <a:cubicBezTo>
                    <a:pt x="782" y="928"/>
                    <a:pt x="786" y="933"/>
                    <a:pt x="790" y="940"/>
                  </a:cubicBezTo>
                  <a:cubicBezTo>
                    <a:pt x="810" y="937"/>
                    <a:pt x="830" y="942"/>
                    <a:pt x="847" y="953"/>
                  </a:cubicBezTo>
                  <a:cubicBezTo>
                    <a:pt x="877" y="974"/>
                    <a:pt x="890" y="1011"/>
                    <a:pt x="900" y="1047"/>
                  </a:cubicBezTo>
                  <a:cubicBezTo>
                    <a:pt x="908" y="1073"/>
                    <a:pt x="916" y="1099"/>
                    <a:pt x="924" y="1125"/>
                  </a:cubicBezTo>
                  <a:cubicBezTo>
                    <a:pt x="934" y="1160"/>
                    <a:pt x="945" y="1195"/>
                    <a:pt x="947" y="1231"/>
                  </a:cubicBezTo>
                  <a:cubicBezTo>
                    <a:pt x="949" y="1263"/>
                    <a:pt x="945" y="1296"/>
                    <a:pt x="940" y="1328"/>
                  </a:cubicBezTo>
                  <a:cubicBezTo>
                    <a:pt x="934" y="1373"/>
                    <a:pt x="949" y="1423"/>
                    <a:pt x="949" y="1468"/>
                  </a:cubicBezTo>
                  <a:cubicBezTo>
                    <a:pt x="949" y="1480"/>
                    <a:pt x="949" y="1491"/>
                    <a:pt x="949" y="1503"/>
                  </a:cubicBezTo>
                  <a:cubicBezTo>
                    <a:pt x="965" y="1493"/>
                    <a:pt x="984" y="1489"/>
                    <a:pt x="1003" y="1492"/>
                  </a:cubicBezTo>
                  <a:cubicBezTo>
                    <a:pt x="1007" y="1485"/>
                    <a:pt x="1011" y="1480"/>
                    <a:pt x="1016" y="1475"/>
                  </a:cubicBezTo>
                  <a:cubicBezTo>
                    <a:pt x="1031" y="1462"/>
                    <a:pt x="1048" y="1454"/>
                    <a:pt x="1066" y="1446"/>
                  </a:cubicBezTo>
                  <a:cubicBezTo>
                    <a:pt x="1072" y="1443"/>
                    <a:pt x="1079" y="1440"/>
                    <a:pt x="1084" y="1443"/>
                  </a:cubicBezTo>
                  <a:cubicBezTo>
                    <a:pt x="1087" y="1444"/>
                    <a:pt x="1089" y="1445"/>
                    <a:pt x="1090" y="1448"/>
                  </a:cubicBezTo>
                  <a:cubicBezTo>
                    <a:pt x="1093" y="1445"/>
                    <a:pt x="1096" y="1442"/>
                    <a:pt x="1099" y="1440"/>
                  </a:cubicBezTo>
                  <a:cubicBezTo>
                    <a:pt x="1102" y="1437"/>
                    <a:pt x="1106" y="1436"/>
                    <a:pt x="1109" y="1436"/>
                  </a:cubicBezTo>
                  <a:cubicBezTo>
                    <a:pt x="1110" y="1435"/>
                    <a:pt x="1110" y="1435"/>
                    <a:pt x="1110" y="1435"/>
                  </a:cubicBezTo>
                  <a:cubicBezTo>
                    <a:pt x="1114" y="1422"/>
                    <a:pt x="1118" y="1408"/>
                    <a:pt x="1121" y="1394"/>
                  </a:cubicBezTo>
                  <a:cubicBezTo>
                    <a:pt x="1108" y="1380"/>
                    <a:pt x="1099" y="1362"/>
                    <a:pt x="1096" y="1343"/>
                  </a:cubicBezTo>
                  <a:cubicBezTo>
                    <a:pt x="1080" y="1331"/>
                    <a:pt x="1067" y="1316"/>
                    <a:pt x="1056" y="1300"/>
                  </a:cubicBezTo>
                  <a:cubicBezTo>
                    <a:pt x="1048" y="1289"/>
                    <a:pt x="1042" y="1276"/>
                    <a:pt x="1043" y="1263"/>
                  </a:cubicBezTo>
                  <a:cubicBezTo>
                    <a:pt x="1044" y="1255"/>
                    <a:pt x="1047" y="1247"/>
                    <a:pt x="1052" y="1240"/>
                  </a:cubicBezTo>
                  <a:cubicBezTo>
                    <a:pt x="1050" y="1235"/>
                    <a:pt x="1049" y="1229"/>
                    <a:pt x="1050" y="1223"/>
                  </a:cubicBezTo>
                  <a:cubicBezTo>
                    <a:pt x="1051" y="1204"/>
                    <a:pt x="1067" y="1190"/>
                    <a:pt x="1082" y="1178"/>
                  </a:cubicBezTo>
                  <a:cubicBezTo>
                    <a:pt x="1126" y="1142"/>
                    <a:pt x="1126" y="1142"/>
                    <a:pt x="1126" y="1142"/>
                  </a:cubicBezTo>
                  <a:cubicBezTo>
                    <a:pt x="1132" y="1137"/>
                    <a:pt x="1138" y="1132"/>
                    <a:pt x="1145" y="1129"/>
                  </a:cubicBezTo>
                  <a:cubicBezTo>
                    <a:pt x="1156" y="1126"/>
                    <a:pt x="1167" y="1128"/>
                    <a:pt x="1177" y="1128"/>
                  </a:cubicBezTo>
                  <a:cubicBezTo>
                    <a:pt x="1209" y="1128"/>
                    <a:pt x="1244" y="1113"/>
                    <a:pt x="1272" y="1128"/>
                  </a:cubicBezTo>
                  <a:cubicBezTo>
                    <a:pt x="1284" y="1134"/>
                    <a:pt x="1293" y="1144"/>
                    <a:pt x="1302" y="1155"/>
                  </a:cubicBezTo>
                  <a:cubicBezTo>
                    <a:pt x="1342" y="1201"/>
                    <a:pt x="1342" y="1201"/>
                    <a:pt x="1342" y="1201"/>
                  </a:cubicBezTo>
                  <a:cubicBezTo>
                    <a:pt x="1345" y="1204"/>
                    <a:pt x="1347" y="1208"/>
                    <a:pt x="1348" y="1212"/>
                  </a:cubicBezTo>
                  <a:cubicBezTo>
                    <a:pt x="1349" y="1217"/>
                    <a:pt x="1346" y="1223"/>
                    <a:pt x="1345" y="1229"/>
                  </a:cubicBezTo>
                  <a:cubicBezTo>
                    <a:pt x="1343" y="1239"/>
                    <a:pt x="1348" y="1250"/>
                    <a:pt x="1344" y="1260"/>
                  </a:cubicBezTo>
                  <a:cubicBezTo>
                    <a:pt x="1343" y="1264"/>
                    <a:pt x="1341" y="1267"/>
                    <a:pt x="1338" y="1270"/>
                  </a:cubicBezTo>
                  <a:cubicBezTo>
                    <a:pt x="1337" y="1280"/>
                    <a:pt x="1341" y="1290"/>
                    <a:pt x="1338" y="1300"/>
                  </a:cubicBezTo>
                  <a:cubicBezTo>
                    <a:pt x="1333" y="1314"/>
                    <a:pt x="1318" y="1318"/>
                    <a:pt x="1305" y="1325"/>
                  </a:cubicBezTo>
                  <a:cubicBezTo>
                    <a:pt x="1305" y="1357"/>
                    <a:pt x="1290" y="1388"/>
                    <a:pt x="1264" y="1407"/>
                  </a:cubicBezTo>
                  <a:cubicBezTo>
                    <a:pt x="1261" y="1414"/>
                    <a:pt x="1259" y="1422"/>
                    <a:pt x="1259" y="1429"/>
                  </a:cubicBezTo>
                  <a:cubicBezTo>
                    <a:pt x="1259" y="1435"/>
                    <a:pt x="1261" y="1441"/>
                    <a:pt x="1264" y="1447"/>
                  </a:cubicBezTo>
                  <a:cubicBezTo>
                    <a:pt x="1267" y="1445"/>
                    <a:pt x="1271" y="1445"/>
                    <a:pt x="1274" y="1446"/>
                  </a:cubicBezTo>
                  <a:cubicBezTo>
                    <a:pt x="1277" y="1447"/>
                    <a:pt x="1280" y="1449"/>
                    <a:pt x="1282" y="1451"/>
                  </a:cubicBezTo>
                  <a:cubicBezTo>
                    <a:pt x="1293" y="1458"/>
                    <a:pt x="1293" y="1458"/>
                    <a:pt x="1293" y="1458"/>
                  </a:cubicBezTo>
                  <a:cubicBezTo>
                    <a:pt x="1295" y="1457"/>
                    <a:pt x="1298" y="1456"/>
                    <a:pt x="1300" y="1457"/>
                  </a:cubicBezTo>
                  <a:cubicBezTo>
                    <a:pt x="1305" y="1457"/>
                    <a:pt x="1309" y="1459"/>
                    <a:pt x="1313" y="1461"/>
                  </a:cubicBezTo>
                  <a:cubicBezTo>
                    <a:pt x="1369" y="1491"/>
                    <a:pt x="1369" y="1491"/>
                    <a:pt x="1369" y="1491"/>
                  </a:cubicBezTo>
                  <a:cubicBezTo>
                    <a:pt x="1371" y="1492"/>
                    <a:pt x="1374" y="1494"/>
                    <a:pt x="1376" y="1495"/>
                  </a:cubicBezTo>
                  <a:cubicBezTo>
                    <a:pt x="1376" y="1485"/>
                    <a:pt x="1377" y="1474"/>
                    <a:pt x="1377" y="1463"/>
                  </a:cubicBezTo>
                  <a:cubicBezTo>
                    <a:pt x="1385" y="1317"/>
                    <a:pt x="1385" y="1317"/>
                    <a:pt x="1385" y="1317"/>
                  </a:cubicBezTo>
                  <a:cubicBezTo>
                    <a:pt x="1386" y="1289"/>
                    <a:pt x="1388" y="1261"/>
                    <a:pt x="1390" y="1233"/>
                  </a:cubicBezTo>
                  <a:cubicBezTo>
                    <a:pt x="1392" y="1213"/>
                    <a:pt x="1394" y="1193"/>
                    <a:pt x="1405" y="1176"/>
                  </a:cubicBezTo>
                  <a:cubicBezTo>
                    <a:pt x="1424" y="1144"/>
                    <a:pt x="1466" y="1132"/>
                    <a:pt x="1503" y="1135"/>
                  </a:cubicBezTo>
                  <a:cubicBezTo>
                    <a:pt x="1501" y="1131"/>
                    <a:pt x="1501" y="1127"/>
                    <a:pt x="1503" y="1123"/>
                  </a:cubicBezTo>
                  <a:cubicBezTo>
                    <a:pt x="1505" y="1120"/>
                    <a:pt x="1509" y="1117"/>
                    <a:pt x="1512" y="1115"/>
                  </a:cubicBezTo>
                  <a:cubicBezTo>
                    <a:pt x="1568" y="1085"/>
                    <a:pt x="1568" y="1085"/>
                    <a:pt x="1568" y="1085"/>
                  </a:cubicBezTo>
                  <a:cubicBezTo>
                    <a:pt x="1572" y="1083"/>
                    <a:pt x="1576" y="1081"/>
                    <a:pt x="1581" y="1081"/>
                  </a:cubicBezTo>
                  <a:cubicBezTo>
                    <a:pt x="1583" y="1080"/>
                    <a:pt x="1586" y="1081"/>
                    <a:pt x="1588" y="1082"/>
                  </a:cubicBezTo>
                  <a:cubicBezTo>
                    <a:pt x="1599" y="1074"/>
                    <a:pt x="1599" y="1074"/>
                    <a:pt x="1599" y="1074"/>
                  </a:cubicBezTo>
                  <a:cubicBezTo>
                    <a:pt x="1601" y="1073"/>
                    <a:pt x="1604" y="1071"/>
                    <a:pt x="1607" y="1070"/>
                  </a:cubicBezTo>
                  <a:cubicBezTo>
                    <a:pt x="1610" y="1069"/>
                    <a:pt x="1614" y="1069"/>
                    <a:pt x="1618" y="1071"/>
                  </a:cubicBezTo>
                  <a:cubicBezTo>
                    <a:pt x="1621" y="1065"/>
                    <a:pt x="1622" y="1059"/>
                    <a:pt x="1622" y="1053"/>
                  </a:cubicBezTo>
                  <a:cubicBezTo>
                    <a:pt x="1622" y="1046"/>
                    <a:pt x="1621" y="1038"/>
                    <a:pt x="1618" y="1031"/>
                  </a:cubicBezTo>
                  <a:cubicBezTo>
                    <a:pt x="1592" y="1012"/>
                    <a:pt x="1576" y="981"/>
                    <a:pt x="1576" y="949"/>
                  </a:cubicBezTo>
                  <a:cubicBezTo>
                    <a:pt x="1564" y="942"/>
                    <a:pt x="1548" y="938"/>
                    <a:pt x="1544" y="924"/>
                  </a:cubicBezTo>
                  <a:cubicBezTo>
                    <a:pt x="1540" y="914"/>
                    <a:pt x="1544" y="904"/>
                    <a:pt x="1543" y="894"/>
                  </a:cubicBezTo>
                  <a:cubicBezTo>
                    <a:pt x="1540" y="891"/>
                    <a:pt x="1538" y="888"/>
                    <a:pt x="1537" y="884"/>
                  </a:cubicBezTo>
                  <a:cubicBezTo>
                    <a:pt x="1533" y="874"/>
                    <a:pt x="1538" y="863"/>
                    <a:pt x="1536" y="853"/>
                  </a:cubicBezTo>
                  <a:cubicBezTo>
                    <a:pt x="1535" y="848"/>
                    <a:pt x="1534" y="844"/>
                    <a:pt x="1533" y="839"/>
                  </a:cubicBezTo>
                  <a:cubicBezTo>
                    <a:pt x="1529" y="847"/>
                    <a:pt x="1525" y="856"/>
                    <a:pt x="1523" y="865"/>
                  </a:cubicBezTo>
                  <a:cubicBezTo>
                    <a:pt x="1517" y="888"/>
                    <a:pt x="1518" y="911"/>
                    <a:pt x="1515" y="934"/>
                  </a:cubicBezTo>
                  <a:cubicBezTo>
                    <a:pt x="1514" y="942"/>
                    <a:pt x="1512" y="951"/>
                    <a:pt x="1505" y="955"/>
                  </a:cubicBezTo>
                  <a:cubicBezTo>
                    <a:pt x="1500" y="959"/>
                    <a:pt x="1493" y="958"/>
                    <a:pt x="1487" y="961"/>
                  </a:cubicBezTo>
                  <a:cubicBezTo>
                    <a:pt x="1478" y="965"/>
                    <a:pt x="1473" y="975"/>
                    <a:pt x="1471" y="985"/>
                  </a:cubicBezTo>
                  <a:cubicBezTo>
                    <a:pt x="1470" y="995"/>
                    <a:pt x="1471" y="1006"/>
                    <a:pt x="1471" y="1016"/>
                  </a:cubicBezTo>
                  <a:cubicBezTo>
                    <a:pt x="1471" y="1043"/>
                    <a:pt x="1459" y="1070"/>
                    <a:pt x="1435" y="1083"/>
                  </a:cubicBezTo>
                  <a:cubicBezTo>
                    <a:pt x="1405" y="1100"/>
                    <a:pt x="1366" y="1089"/>
                    <a:pt x="1333" y="1077"/>
                  </a:cubicBezTo>
                  <a:cubicBezTo>
                    <a:pt x="1348" y="1072"/>
                    <a:pt x="1361" y="1063"/>
                    <a:pt x="1371" y="1051"/>
                  </a:cubicBezTo>
                  <a:cubicBezTo>
                    <a:pt x="1335" y="1044"/>
                    <a:pt x="1335" y="1044"/>
                    <a:pt x="1335" y="1044"/>
                  </a:cubicBezTo>
                  <a:cubicBezTo>
                    <a:pt x="1356" y="1034"/>
                    <a:pt x="1376" y="1021"/>
                    <a:pt x="1393" y="1005"/>
                  </a:cubicBezTo>
                  <a:cubicBezTo>
                    <a:pt x="1400" y="1000"/>
                    <a:pt x="1405" y="993"/>
                    <a:pt x="1408" y="986"/>
                  </a:cubicBezTo>
                  <a:cubicBezTo>
                    <a:pt x="1412" y="974"/>
                    <a:pt x="1408" y="962"/>
                    <a:pt x="1412" y="950"/>
                  </a:cubicBezTo>
                  <a:cubicBezTo>
                    <a:pt x="1418" y="931"/>
                    <a:pt x="1442" y="924"/>
                    <a:pt x="1454" y="908"/>
                  </a:cubicBezTo>
                  <a:cubicBezTo>
                    <a:pt x="1464" y="893"/>
                    <a:pt x="1465" y="874"/>
                    <a:pt x="1465" y="857"/>
                  </a:cubicBezTo>
                  <a:cubicBezTo>
                    <a:pt x="1464" y="790"/>
                    <a:pt x="1464" y="790"/>
                    <a:pt x="1464" y="790"/>
                  </a:cubicBezTo>
                  <a:cubicBezTo>
                    <a:pt x="1464" y="770"/>
                    <a:pt x="1466" y="748"/>
                    <a:pt x="1481" y="736"/>
                  </a:cubicBezTo>
                  <a:cubicBezTo>
                    <a:pt x="1493" y="727"/>
                    <a:pt x="1510" y="728"/>
                    <a:pt x="1526" y="730"/>
                  </a:cubicBezTo>
                  <a:cubicBezTo>
                    <a:pt x="1532" y="730"/>
                    <a:pt x="1538" y="731"/>
                    <a:pt x="1544" y="731"/>
                  </a:cubicBezTo>
                  <a:cubicBezTo>
                    <a:pt x="1567" y="731"/>
                    <a:pt x="1588" y="721"/>
                    <a:pt x="1611" y="719"/>
                  </a:cubicBezTo>
                  <a:cubicBezTo>
                    <a:pt x="1632" y="716"/>
                    <a:pt x="1668" y="731"/>
                    <a:pt x="1668" y="748"/>
                  </a:cubicBezTo>
                  <a:cubicBezTo>
                    <a:pt x="1679" y="750"/>
                    <a:pt x="1691" y="751"/>
                    <a:pt x="1704" y="752"/>
                  </a:cubicBezTo>
                  <a:cubicBezTo>
                    <a:pt x="1714" y="752"/>
                    <a:pt x="1725" y="750"/>
                    <a:pt x="1736" y="754"/>
                  </a:cubicBezTo>
                  <a:cubicBezTo>
                    <a:pt x="1743" y="757"/>
                    <a:pt x="1749" y="761"/>
                    <a:pt x="1755" y="766"/>
                  </a:cubicBezTo>
                  <a:cubicBezTo>
                    <a:pt x="1799" y="802"/>
                    <a:pt x="1799" y="802"/>
                    <a:pt x="1799" y="802"/>
                  </a:cubicBezTo>
                  <a:cubicBezTo>
                    <a:pt x="1814" y="814"/>
                    <a:pt x="1830" y="828"/>
                    <a:pt x="1831" y="848"/>
                  </a:cubicBezTo>
                  <a:cubicBezTo>
                    <a:pt x="1832" y="853"/>
                    <a:pt x="1831" y="859"/>
                    <a:pt x="1829" y="865"/>
                  </a:cubicBezTo>
                  <a:cubicBezTo>
                    <a:pt x="1834" y="871"/>
                    <a:pt x="1837" y="879"/>
                    <a:pt x="1838" y="887"/>
                  </a:cubicBezTo>
                  <a:cubicBezTo>
                    <a:pt x="1839" y="900"/>
                    <a:pt x="1832" y="913"/>
                    <a:pt x="1825" y="924"/>
                  </a:cubicBezTo>
                  <a:cubicBezTo>
                    <a:pt x="1814" y="940"/>
                    <a:pt x="1801" y="955"/>
                    <a:pt x="1785" y="967"/>
                  </a:cubicBezTo>
                  <a:cubicBezTo>
                    <a:pt x="1782" y="986"/>
                    <a:pt x="1773" y="1004"/>
                    <a:pt x="1760" y="1018"/>
                  </a:cubicBezTo>
                  <a:cubicBezTo>
                    <a:pt x="1763" y="1032"/>
                    <a:pt x="1766" y="1046"/>
                    <a:pt x="1771" y="1059"/>
                  </a:cubicBezTo>
                  <a:cubicBezTo>
                    <a:pt x="1771" y="1060"/>
                    <a:pt x="1771" y="1060"/>
                    <a:pt x="1771" y="1060"/>
                  </a:cubicBezTo>
                  <a:cubicBezTo>
                    <a:pt x="1775" y="1060"/>
                    <a:pt x="1779" y="1062"/>
                    <a:pt x="1782" y="1064"/>
                  </a:cubicBezTo>
                  <a:cubicBezTo>
                    <a:pt x="1785" y="1066"/>
                    <a:pt x="1788" y="1069"/>
                    <a:pt x="1790" y="1072"/>
                  </a:cubicBezTo>
                  <a:cubicBezTo>
                    <a:pt x="1792" y="1070"/>
                    <a:pt x="1794" y="1068"/>
                    <a:pt x="1796" y="1067"/>
                  </a:cubicBezTo>
                  <a:cubicBezTo>
                    <a:pt x="1802" y="1065"/>
                    <a:pt x="1809" y="1067"/>
                    <a:pt x="1815" y="1070"/>
                  </a:cubicBezTo>
                  <a:cubicBezTo>
                    <a:pt x="1830" y="1076"/>
                    <a:pt x="1845" y="1085"/>
                    <a:pt x="1859" y="1094"/>
                  </a:cubicBezTo>
                  <a:cubicBezTo>
                    <a:pt x="1859" y="1094"/>
                    <a:pt x="1859" y="1093"/>
                    <a:pt x="1859" y="1092"/>
                  </a:cubicBezTo>
                  <a:cubicBezTo>
                    <a:pt x="1859" y="1074"/>
                    <a:pt x="1860" y="1057"/>
                    <a:pt x="1861" y="1039"/>
                  </a:cubicBezTo>
                  <a:cubicBezTo>
                    <a:pt x="1868" y="893"/>
                    <a:pt x="1868" y="893"/>
                    <a:pt x="1868" y="893"/>
                  </a:cubicBezTo>
                  <a:cubicBezTo>
                    <a:pt x="1870" y="865"/>
                    <a:pt x="1871" y="837"/>
                    <a:pt x="1874" y="809"/>
                  </a:cubicBezTo>
                  <a:cubicBezTo>
                    <a:pt x="1876" y="789"/>
                    <a:pt x="1878" y="769"/>
                    <a:pt x="1888" y="752"/>
                  </a:cubicBezTo>
                  <a:cubicBezTo>
                    <a:pt x="1908" y="720"/>
                    <a:pt x="1949" y="709"/>
                    <a:pt x="1987" y="711"/>
                  </a:cubicBezTo>
                  <a:cubicBezTo>
                    <a:pt x="1985" y="708"/>
                    <a:pt x="1985" y="703"/>
                    <a:pt x="1986" y="699"/>
                  </a:cubicBezTo>
                  <a:cubicBezTo>
                    <a:pt x="1989" y="696"/>
                    <a:pt x="1992" y="693"/>
                    <a:pt x="1996" y="691"/>
                  </a:cubicBezTo>
                  <a:cubicBezTo>
                    <a:pt x="2052" y="661"/>
                    <a:pt x="2052" y="661"/>
                    <a:pt x="2052" y="661"/>
                  </a:cubicBezTo>
                  <a:cubicBezTo>
                    <a:pt x="2056" y="659"/>
                    <a:pt x="2060" y="657"/>
                    <a:pt x="2065" y="657"/>
                  </a:cubicBezTo>
                  <a:cubicBezTo>
                    <a:pt x="2067" y="656"/>
                    <a:pt x="2070" y="657"/>
                    <a:pt x="2072" y="658"/>
                  </a:cubicBezTo>
                  <a:cubicBezTo>
                    <a:pt x="2083" y="650"/>
                    <a:pt x="2083" y="650"/>
                    <a:pt x="2083" y="650"/>
                  </a:cubicBezTo>
                  <a:cubicBezTo>
                    <a:pt x="2085" y="649"/>
                    <a:pt x="2088" y="647"/>
                    <a:pt x="2091" y="646"/>
                  </a:cubicBezTo>
                  <a:cubicBezTo>
                    <a:pt x="2094" y="645"/>
                    <a:pt x="2098" y="645"/>
                    <a:pt x="2102" y="647"/>
                  </a:cubicBezTo>
                  <a:cubicBezTo>
                    <a:pt x="2105" y="641"/>
                    <a:pt x="2106" y="635"/>
                    <a:pt x="2106" y="629"/>
                  </a:cubicBezTo>
                  <a:cubicBezTo>
                    <a:pt x="2106" y="622"/>
                    <a:pt x="2105" y="614"/>
                    <a:pt x="2102" y="607"/>
                  </a:cubicBezTo>
                  <a:cubicBezTo>
                    <a:pt x="2076" y="588"/>
                    <a:pt x="2060" y="557"/>
                    <a:pt x="2060" y="525"/>
                  </a:cubicBezTo>
                  <a:cubicBezTo>
                    <a:pt x="2048" y="518"/>
                    <a:pt x="2032" y="514"/>
                    <a:pt x="2028" y="500"/>
                  </a:cubicBezTo>
                  <a:cubicBezTo>
                    <a:pt x="2024" y="490"/>
                    <a:pt x="2028" y="480"/>
                    <a:pt x="2027" y="470"/>
                  </a:cubicBezTo>
                  <a:cubicBezTo>
                    <a:pt x="2024" y="467"/>
                    <a:pt x="2022" y="464"/>
                    <a:pt x="2021" y="460"/>
                  </a:cubicBezTo>
                  <a:cubicBezTo>
                    <a:pt x="2017" y="450"/>
                    <a:pt x="2022" y="439"/>
                    <a:pt x="2020" y="429"/>
                  </a:cubicBezTo>
                  <a:cubicBezTo>
                    <a:pt x="2019" y="423"/>
                    <a:pt x="2016" y="417"/>
                    <a:pt x="2017" y="412"/>
                  </a:cubicBezTo>
                  <a:cubicBezTo>
                    <a:pt x="2018" y="408"/>
                    <a:pt x="2021" y="404"/>
                    <a:pt x="2024" y="401"/>
                  </a:cubicBezTo>
                  <a:cubicBezTo>
                    <a:pt x="2063" y="355"/>
                    <a:pt x="2063" y="355"/>
                    <a:pt x="2063" y="355"/>
                  </a:cubicBezTo>
                  <a:cubicBezTo>
                    <a:pt x="2072" y="344"/>
                    <a:pt x="2081" y="334"/>
                    <a:pt x="2092" y="328"/>
                  </a:cubicBezTo>
                  <a:cubicBezTo>
                    <a:pt x="2121" y="313"/>
                    <a:pt x="2155" y="328"/>
                    <a:pt x="2187" y="328"/>
                  </a:cubicBezTo>
                  <a:cubicBezTo>
                    <a:pt x="2198" y="328"/>
                    <a:pt x="2209" y="326"/>
                    <a:pt x="2219" y="329"/>
                  </a:cubicBezTo>
                  <a:cubicBezTo>
                    <a:pt x="2227" y="332"/>
                    <a:pt x="2233" y="337"/>
                    <a:pt x="2239" y="342"/>
                  </a:cubicBezTo>
                  <a:cubicBezTo>
                    <a:pt x="2283" y="378"/>
                    <a:pt x="2283" y="378"/>
                    <a:pt x="2283" y="378"/>
                  </a:cubicBezTo>
                  <a:cubicBezTo>
                    <a:pt x="2298" y="390"/>
                    <a:pt x="2314" y="404"/>
                    <a:pt x="2315" y="423"/>
                  </a:cubicBezTo>
                  <a:cubicBezTo>
                    <a:pt x="2315" y="429"/>
                    <a:pt x="2315" y="435"/>
                    <a:pt x="2313" y="440"/>
                  </a:cubicBezTo>
                  <a:cubicBezTo>
                    <a:pt x="2318" y="447"/>
                    <a:pt x="2321" y="455"/>
                    <a:pt x="2322" y="463"/>
                  </a:cubicBezTo>
                  <a:cubicBezTo>
                    <a:pt x="2323" y="476"/>
                    <a:pt x="2316" y="489"/>
                    <a:pt x="2309" y="500"/>
                  </a:cubicBezTo>
                  <a:cubicBezTo>
                    <a:pt x="2298" y="516"/>
                    <a:pt x="2284" y="531"/>
                    <a:pt x="2269" y="543"/>
                  </a:cubicBezTo>
                  <a:cubicBezTo>
                    <a:pt x="2265" y="562"/>
                    <a:pt x="2257" y="580"/>
                    <a:pt x="2244" y="594"/>
                  </a:cubicBezTo>
                  <a:cubicBezTo>
                    <a:pt x="2247" y="608"/>
                    <a:pt x="2250" y="622"/>
                    <a:pt x="2255" y="635"/>
                  </a:cubicBezTo>
                  <a:cubicBezTo>
                    <a:pt x="2255" y="636"/>
                    <a:pt x="2255" y="636"/>
                    <a:pt x="2255" y="636"/>
                  </a:cubicBezTo>
                  <a:cubicBezTo>
                    <a:pt x="2259" y="636"/>
                    <a:pt x="2263" y="637"/>
                    <a:pt x="2266" y="640"/>
                  </a:cubicBezTo>
                  <a:cubicBezTo>
                    <a:pt x="2269" y="642"/>
                    <a:pt x="2272" y="645"/>
                    <a:pt x="2274" y="648"/>
                  </a:cubicBezTo>
                  <a:cubicBezTo>
                    <a:pt x="2276" y="645"/>
                    <a:pt x="2278" y="644"/>
                    <a:pt x="2280" y="643"/>
                  </a:cubicBezTo>
                  <a:cubicBezTo>
                    <a:pt x="2286" y="640"/>
                    <a:pt x="2293" y="643"/>
                    <a:pt x="2298" y="646"/>
                  </a:cubicBezTo>
                  <a:cubicBezTo>
                    <a:pt x="2316" y="654"/>
                    <a:pt x="2334" y="662"/>
                    <a:pt x="2348" y="675"/>
                  </a:cubicBezTo>
                  <a:cubicBezTo>
                    <a:pt x="2354" y="680"/>
                    <a:pt x="2358" y="685"/>
                    <a:pt x="2361" y="692"/>
                  </a:cubicBezTo>
                  <a:cubicBezTo>
                    <a:pt x="2382" y="689"/>
                    <a:pt x="2402" y="694"/>
                    <a:pt x="2419" y="705"/>
                  </a:cubicBezTo>
                  <a:cubicBezTo>
                    <a:pt x="2449" y="726"/>
                    <a:pt x="2462" y="763"/>
                    <a:pt x="2472" y="799"/>
                  </a:cubicBezTo>
                  <a:cubicBezTo>
                    <a:pt x="2480" y="825"/>
                    <a:pt x="2488" y="851"/>
                    <a:pt x="2496" y="877"/>
                  </a:cubicBezTo>
                  <a:cubicBezTo>
                    <a:pt x="2506" y="912"/>
                    <a:pt x="2516" y="947"/>
                    <a:pt x="2519" y="983"/>
                  </a:cubicBezTo>
                  <a:cubicBezTo>
                    <a:pt x="2521" y="1013"/>
                    <a:pt x="2517" y="1044"/>
                    <a:pt x="2513" y="1074"/>
                  </a:cubicBezTo>
                  <a:cubicBezTo>
                    <a:pt x="2514" y="1073"/>
                    <a:pt x="2515" y="1072"/>
                    <a:pt x="2516" y="1071"/>
                  </a:cubicBezTo>
                  <a:cubicBezTo>
                    <a:pt x="2530" y="1058"/>
                    <a:pt x="2548" y="1050"/>
                    <a:pt x="2566" y="1042"/>
                  </a:cubicBezTo>
                  <a:cubicBezTo>
                    <a:pt x="2572" y="1039"/>
                    <a:pt x="2578" y="1036"/>
                    <a:pt x="2584" y="1039"/>
                  </a:cubicBezTo>
                  <a:cubicBezTo>
                    <a:pt x="2587" y="1040"/>
                    <a:pt x="2589" y="1041"/>
                    <a:pt x="2590" y="1044"/>
                  </a:cubicBezTo>
                  <a:cubicBezTo>
                    <a:pt x="2593" y="1041"/>
                    <a:pt x="2596" y="1038"/>
                    <a:pt x="2599" y="1036"/>
                  </a:cubicBezTo>
                  <a:cubicBezTo>
                    <a:pt x="2602" y="1033"/>
                    <a:pt x="2605" y="1032"/>
                    <a:pt x="2609" y="1032"/>
                  </a:cubicBezTo>
                  <a:cubicBezTo>
                    <a:pt x="2609" y="1031"/>
                    <a:pt x="2609" y="1031"/>
                    <a:pt x="2609" y="1031"/>
                  </a:cubicBezTo>
                  <a:cubicBezTo>
                    <a:pt x="2614" y="1018"/>
                    <a:pt x="2618" y="1004"/>
                    <a:pt x="2621" y="990"/>
                  </a:cubicBezTo>
                  <a:cubicBezTo>
                    <a:pt x="2608" y="976"/>
                    <a:pt x="2599" y="958"/>
                    <a:pt x="2595" y="939"/>
                  </a:cubicBezTo>
                  <a:cubicBezTo>
                    <a:pt x="2580" y="927"/>
                    <a:pt x="2567" y="912"/>
                    <a:pt x="2555" y="896"/>
                  </a:cubicBezTo>
                  <a:cubicBezTo>
                    <a:pt x="2548" y="885"/>
                    <a:pt x="2542" y="872"/>
                    <a:pt x="2543" y="859"/>
                  </a:cubicBezTo>
                  <a:cubicBezTo>
                    <a:pt x="2544" y="851"/>
                    <a:pt x="2547" y="843"/>
                    <a:pt x="2552" y="836"/>
                  </a:cubicBezTo>
                  <a:cubicBezTo>
                    <a:pt x="2550" y="831"/>
                    <a:pt x="2549" y="825"/>
                    <a:pt x="2549" y="819"/>
                  </a:cubicBezTo>
                  <a:cubicBezTo>
                    <a:pt x="2551" y="800"/>
                    <a:pt x="2567" y="786"/>
                    <a:pt x="2581" y="774"/>
                  </a:cubicBezTo>
                  <a:cubicBezTo>
                    <a:pt x="2625" y="738"/>
                    <a:pt x="2625" y="738"/>
                    <a:pt x="2625" y="738"/>
                  </a:cubicBezTo>
                  <a:cubicBezTo>
                    <a:pt x="2631" y="733"/>
                    <a:pt x="2638" y="728"/>
                    <a:pt x="2645" y="725"/>
                  </a:cubicBezTo>
                  <a:cubicBezTo>
                    <a:pt x="2655" y="722"/>
                    <a:pt x="2666" y="724"/>
                    <a:pt x="2677" y="724"/>
                  </a:cubicBezTo>
                  <a:cubicBezTo>
                    <a:pt x="2689" y="723"/>
                    <a:pt x="2701" y="722"/>
                    <a:pt x="2713" y="720"/>
                  </a:cubicBezTo>
                  <a:cubicBezTo>
                    <a:pt x="2712" y="703"/>
                    <a:pt x="2748" y="688"/>
                    <a:pt x="2769" y="690"/>
                  </a:cubicBezTo>
                  <a:cubicBezTo>
                    <a:pt x="2792" y="693"/>
                    <a:pt x="2814" y="702"/>
                    <a:pt x="2837" y="702"/>
                  </a:cubicBezTo>
                  <a:cubicBezTo>
                    <a:pt x="2858" y="702"/>
                    <a:pt x="2882" y="695"/>
                    <a:pt x="2900" y="708"/>
                  </a:cubicBezTo>
                  <a:cubicBezTo>
                    <a:pt x="2915" y="720"/>
                    <a:pt x="2916" y="742"/>
                    <a:pt x="2916" y="762"/>
                  </a:cubicBezTo>
                  <a:cubicBezTo>
                    <a:pt x="2916" y="829"/>
                    <a:pt x="2916" y="829"/>
                    <a:pt x="2916" y="829"/>
                  </a:cubicBezTo>
                  <a:cubicBezTo>
                    <a:pt x="2916" y="846"/>
                    <a:pt x="2916" y="865"/>
                    <a:pt x="2927" y="879"/>
                  </a:cubicBezTo>
                  <a:cubicBezTo>
                    <a:pt x="2938" y="895"/>
                    <a:pt x="2960" y="902"/>
                    <a:pt x="2968" y="919"/>
                  </a:cubicBezTo>
                  <a:cubicBezTo>
                    <a:pt x="2977" y="896"/>
                    <a:pt x="2989" y="875"/>
                    <a:pt x="3009" y="861"/>
                  </a:cubicBezTo>
                  <a:cubicBezTo>
                    <a:pt x="3026" y="849"/>
                    <a:pt x="3046" y="845"/>
                    <a:pt x="3067" y="847"/>
                  </a:cubicBezTo>
                  <a:cubicBezTo>
                    <a:pt x="3070" y="841"/>
                    <a:pt x="3074" y="836"/>
                    <a:pt x="3080" y="831"/>
                  </a:cubicBezTo>
                  <a:cubicBezTo>
                    <a:pt x="3094" y="818"/>
                    <a:pt x="3112" y="810"/>
                    <a:pt x="3130" y="802"/>
                  </a:cubicBezTo>
                  <a:cubicBezTo>
                    <a:pt x="3135" y="799"/>
                    <a:pt x="3142" y="796"/>
                    <a:pt x="3148" y="799"/>
                  </a:cubicBezTo>
                  <a:cubicBezTo>
                    <a:pt x="3150" y="800"/>
                    <a:pt x="3152" y="801"/>
                    <a:pt x="3154" y="804"/>
                  </a:cubicBezTo>
                  <a:cubicBezTo>
                    <a:pt x="3156" y="801"/>
                    <a:pt x="3159" y="798"/>
                    <a:pt x="3162" y="796"/>
                  </a:cubicBezTo>
                  <a:cubicBezTo>
                    <a:pt x="3165" y="793"/>
                    <a:pt x="3169" y="792"/>
                    <a:pt x="3173" y="792"/>
                  </a:cubicBezTo>
                  <a:cubicBezTo>
                    <a:pt x="3173" y="791"/>
                    <a:pt x="3173" y="791"/>
                    <a:pt x="3173" y="791"/>
                  </a:cubicBezTo>
                  <a:cubicBezTo>
                    <a:pt x="3178" y="778"/>
                    <a:pt x="3182" y="764"/>
                    <a:pt x="3184" y="750"/>
                  </a:cubicBezTo>
                  <a:cubicBezTo>
                    <a:pt x="3171" y="736"/>
                    <a:pt x="3163" y="718"/>
                    <a:pt x="3159" y="699"/>
                  </a:cubicBezTo>
                  <a:cubicBezTo>
                    <a:pt x="3144" y="687"/>
                    <a:pt x="3130" y="672"/>
                    <a:pt x="3119" y="656"/>
                  </a:cubicBezTo>
                  <a:cubicBezTo>
                    <a:pt x="3112" y="645"/>
                    <a:pt x="3105" y="632"/>
                    <a:pt x="3106" y="619"/>
                  </a:cubicBezTo>
                  <a:cubicBezTo>
                    <a:pt x="3107" y="611"/>
                    <a:pt x="3110" y="603"/>
                    <a:pt x="3115" y="596"/>
                  </a:cubicBezTo>
                  <a:cubicBezTo>
                    <a:pt x="3113" y="591"/>
                    <a:pt x="3113" y="585"/>
                    <a:pt x="3113" y="579"/>
                  </a:cubicBezTo>
                  <a:cubicBezTo>
                    <a:pt x="3114" y="560"/>
                    <a:pt x="3130" y="546"/>
                    <a:pt x="3145" y="534"/>
                  </a:cubicBezTo>
                  <a:cubicBezTo>
                    <a:pt x="3189" y="498"/>
                    <a:pt x="3189" y="498"/>
                    <a:pt x="3189" y="498"/>
                  </a:cubicBezTo>
                  <a:cubicBezTo>
                    <a:pt x="3195" y="493"/>
                    <a:pt x="3201" y="488"/>
                    <a:pt x="3209" y="485"/>
                  </a:cubicBezTo>
                  <a:cubicBezTo>
                    <a:pt x="3219" y="482"/>
                    <a:pt x="3230" y="484"/>
                    <a:pt x="3241" y="484"/>
                  </a:cubicBezTo>
                  <a:cubicBezTo>
                    <a:pt x="3253" y="483"/>
                    <a:pt x="3265" y="482"/>
                    <a:pt x="3277" y="480"/>
                  </a:cubicBezTo>
                  <a:cubicBezTo>
                    <a:pt x="3276" y="463"/>
                    <a:pt x="3312" y="448"/>
                    <a:pt x="3333" y="450"/>
                  </a:cubicBezTo>
                  <a:cubicBezTo>
                    <a:pt x="3356" y="453"/>
                    <a:pt x="3377" y="462"/>
                    <a:pt x="3400" y="462"/>
                  </a:cubicBezTo>
                  <a:cubicBezTo>
                    <a:pt x="3422" y="462"/>
                    <a:pt x="3446" y="455"/>
                    <a:pt x="3463" y="468"/>
                  </a:cubicBezTo>
                  <a:cubicBezTo>
                    <a:pt x="3479" y="480"/>
                    <a:pt x="3480" y="502"/>
                    <a:pt x="3480" y="521"/>
                  </a:cubicBezTo>
                  <a:cubicBezTo>
                    <a:pt x="3480" y="589"/>
                    <a:pt x="3480" y="589"/>
                    <a:pt x="3480" y="589"/>
                  </a:cubicBezTo>
                  <a:cubicBezTo>
                    <a:pt x="3480" y="606"/>
                    <a:pt x="3480" y="625"/>
                    <a:pt x="3491" y="639"/>
                  </a:cubicBezTo>
                  <a:cubicBezTo>
                    <a:pt x="3503" y="656"/>
                    <a:pt x="3526" y="663"/>
                    <a:pt x="3532" y="682"/>
                  </a:cubicBezTo>
                  <a:cubicBezTo>
                    <a:pt x="3536" y="693"/>
                    <a:pt x="3532" y="706"/>
                    <a:pt x="3536" y="717"/>
                  </a:cubicBezTo>
                  <a:cubicBezTo>
                    <a:pt x="3540" y="725"/>
                    <a:pt x="3545" y="732"/>
                    <a:pt x="3552" y="737"/>
                  </a:cubicBezTo>
                  <a:cubicBezTo>
                    <a:pt x="3561" y="745"/>
                    <a:pt x="3571" y="753"/>
                    <a:pt x="3581" y="759"/>
                  </a:cubicBezTo>
                  <a:cubicBezTo>
                    <a:pt x="3582" y="754"/>
                    <a:pt x="3585" y="749"/>
                    <a:pt x="3588" y="744"/>
                  </a:cubicBezTo>
                  <a:cubicBezTo>
                    <a:pt x="3586" y="739"/>
                    <a:pt x="3586" y="733"/>
                    <a:pt x="3586" y="727"/>
                  </a:cubicBezTo>
                  <a:cubicBezTo>
                    <a:pt x="3587" y="708"/>
                    <a:pt x="3603" y="694"/>
                    <a:pt x="3618" y="682"/>
                  </a:cubicBezTo>
                  <a:cubicBezTo>
                    <a:pt x="3662" y="646"/>
                    <a:pt x="3662" y="646"/>
                    <a:pt x="3662" y="646"/>
                  </a:cubicBezTo>
                  <a:cubicBezTo>
                    <a:pt x="3668" y="641"/>
                    <a:pt x="3674" y="637"/>
                    <a:pt x="3682" y="634"/>
                  </a:cubicBezTo>
                  <a:cubicBezTo>
                    <a:pt x="3692" y="630"/>
                    <a:pt x="3703" y="632"/>
                    <a:pt x="3714" y="632"/>
                  </a:cubicBezTo>
                  <a:cubicBezTo>
                    <a:pt x="3746" y="632"/>
                    <a:pt x="3780" y="617"/>
                    <a:pt x="3809" y="632"/>
                  </a:cubicBezTo>
                  <a:cubicBezTo>
                    <a:pt x="3821" y="638"/>
                    <a:pt x="3829" y="648"/>
                    <a:pt x="3838" y="659"/>
                  </a:cubicBezTo>
                  <a:cubicBezTo>
                    <a:pt x="3877" y="705"/>
                    <a:pt x="3877" y="705"/>
                    <a:pt x="3877" y="705"/>
                  </a:cubicBezTo>
                  <a:cubicBezTo>
                    <a:pt x="3880" y="708"/>
                    <a:pt x="3883" y="712"/>
                    <a:pt x="3884" y="716"/>
                  </a:cubicBezTo>
                  <a:cubicBezTo>
                    <a:pt x="3885" y="722"/>
                    <a:pt x="3882" y="727"/>
                    <a:pt x="3881" y="733"/>
                  </a:cubicBezTo>
                  <a:cubicBezTo>
                    <a:pt x="3879" y="743"/>
                    <a:pt x="3884" y="754"/>
                    <a:pt x="3880" y="764"/>
                  </a:cubicBezTo>
                  <a:cubicBezTo>
                    <a:pt x="3879" y="768"/>
                    <a:pt x="3877" y="771"/>
                    <a:pt x="3874" y="774"/>
                  </a:cubicBezTo>
                  <a:cubicBezTo>
                    <a:pt x="3873" y="784"/>
                    <a:pt x="3877" y="794"/>
                    <a:pt x="3873" y="804"/>
                  </a:cubicBezTo>
                  <a:cubicBezTo>
                    <a:pt x="3869" y="818"/>
                    <a:pt x="3853" y="822"/>
                    <a:pt x="3841" y="829"/>
                  </a:cubicBezTo>
                  <a:cubicBezTo>
                    <a:pt x="3841" y="861"/>
                    <a:pt x="3825" y="892"/>
                    <a:pt x="3799" y="912"/>
                  </a:cubicBezTo>
                  <a:cubicBezTo>
                    <a:pt x="3796" y="919"/>
                    <a:pt x="3795" y="926"/>
                    <a:pt x="3795" y="933"/>
                  </a:cubicBezTo>
                  <a:cubicBezTo>
                    <a:pt x="3795" y="939"/>
                    <a:pt x="3796" y="945"/>
                    <a:pt x="3799" y="951"/>
                  </a:cubicBezTo>
                  <a:cubicBezTo>
                    <a:pt x="3803" y="950"/>
                    <a:pt x="3807" y="949"/>
                    <a:pt x="3810" y="950"/>
                  </a:cubicBezTo>
                  <a:cubicBezTo>
                    <a:pt x="3813" y="951"/>
                    <a:pt x="3816" y="953"/>
                    <a:pt x="3818" y="955"/>
                  </a:cubicBezTo>
                  <a:cubicBezTo>
                    <a:pt x="3829" y="962"/>
                    <a:pt x="3829" y="962"/>
                    <a:pt x="3829" y="962"/>
                  </a:cubicBezTo>
                  <a:cubicBezTo>
                    <a:pt x="3831" y="961"/>
                    <a:pt x="3834" y="961"/>
                    <a:pt x="3836" y="961"/>
                  </a:cubicBezTo>
                  <a:cubicBezTo>
                    <a:pt x="3841" y="961"/>
                    <a:pt x="3845" y="963"/>
                    <a:pt x="3849" y="965"/>
                  </a:cubicBezTo>
                  <a:cubicBezTo>
                    <a:pt x="3905" y="995"/>
                    <a:pt x="3905" y="995"/>
                    <a:pt x="3905" y="995"/>
                  </a:cubicBezTo>
                  <a:cubicBezTo>
                    <a:pt x="3909" y="997"/>
                    <a:pt x="3912" y="999"/>
                    <a:pt x="3914" y="1003"/>
                  </a:cubicBezTo>
                  <a:cubicBezTo>
                    <a:pt x="3916" y="1007"/>
                    <a:pt x="3916" y="1011"/>
                    <a:pt x="3914" y="1015"/>
                  </a:cubicBezTo>
                  <a:cubicBezTo>
                    <a:pt x="3952" y="1012"/>
                    <a:pt x="3993" y="1023"/>
                    <a:pt x="4012" y="1055"/>
                  </a:cubicBezTo>
                  <a:cubicBezTo>
                    <a:pt x="4023" y="1073"/>
                    <a:pt x="4025" y="1093"/>
                    <a:pt x="4027" y="1113"/>
                  </a:cubicBezTo>
                  <a:cubicBezTo>
                    <a:pt x="4029" y="1141"/>
                    <a:pt x="4031" y="1169"/>
                    <a:pt x="4032" y="1196"/>
                  </a:cubicBezTo>
                  <a:cubicBezTo>
                    <a:pt x="4040" y="1343"/>
                    <a:pt x="4040" y="1343"/>
                    <a:pt x="4040" y="1343"/>
                  </a:cubicBezTo>
                  <a:cubicBezTo>
                    <a:pt x="4041" y="1360"/>
                    <a:pt x="4042" y="1378"/>
                    <a:pt x="4042" y="1396"/>
                  </a:cubicBezTo>
                  <a:cubicBezTo>
                    <a:pt x="4043" y="1409"/>
                    <a:pt x="4041" y="1423"/>
                    <a:pt x="4038" y="1436"/>
                  </a:cubicBezTo>
                  <a:cubicBezTo>
                    <a:pt x="4033" y="1450"/>
                    <a:pt x="4023" y="1462"/>
                    <a:pt x="4014" y="1474"/>
                  </a:cubicBezTo>
                  <a:cubicBezTo>
                    <a:pt x="4004" y="1486"/>
                    <a:pt x="3992" y="1498"/>
                    <a:pt x="3978" y="1494"/>
                  </a:cubicBezTo>
                  <a:cubicBezTo>
                    <a:pt x="3972" y="1492"/>
                    <a:pt x="3967" y="1489"/>
                    <a:pt x="3963" y="1485"/>
                  </a:cubicBezTo>
                  <a:cubicBezTo>
                    <a:pt x="3931" y="1457"/>
                    <a:pt x="3931" y="1457"/>
                    <a:pt x="3931" y="1457"/>
                  </a:cubicBezTo>
                  <a:cubicBezTo>
                    <a:pt x="3924" y="1452"/>
                    <a:pt x="3918" y="1446"/>
                    <a:pt x="3912" y="1441"/>
                  </a:cubicBezTo>
                  <a:cubicBezTo>
                    <a:pt x="3912" y="1479"/>
                    <a:pt x="3911" y="1518"/>
                    <a:pt x="3909" y="1557"/>
                  </a:cubicBezTo>
                  <a:cubicBezTo>
                    <a:pt x="3908" y="1569"/>
                    <a:pt x="3907" y="1582"/>
                    <a:pt x="3901" y="1592"/>
                  </a:cubicBezTo>
                  <a:cubicBezTo>
                    <a:pt x="3913" y="1629"/>
                    <a:pt x="3920" y="1667"/>
                    <a:pt x="3921" y="1706"/>
                  </a:cubicBezTo>
                  <a:cubicBezTo>
                    <a:pt x="3921" y="1737"/>
                    <a:pt x="3919" y="1768"/>
                    <a:pt x="3915" y="1800"/>
                  </a:cubicBezTo>
                  <a:cubicBezTo>
                    <a:pt x="3919" y="1792"/>
                    <a:pt x="3922" y="1785"/>
                    <a:pt x="3926" y="1778"/>
                  </a:cubicBezTo>
                  <a:cubicBezTo>
                    <a:pt x="4099" y="1406"/>
                    <a:pt x="4300" y="871"/>
                    <a:pt x="4232" y="494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ŝļîḋê"/>
            <p:cNvSpPr/>
            <p:nvPr/>
          </p:nvSpPr>
          <p:spPr bwMode="auto">
            <a:xfrm>
              <a:off x="3217863" y="3508376"/>
              <a:ext cx="47625" cy="96838"/>
            </a:xfrm>
            <a:custGeom>
              <a:avLst/>
              <a:gdLst>
                <a:gd name="T0" fmla="*/ 10 w 29"/>
                <a:gd name="T1" fmla="*/ 20 h 59"/>
                <a:gd name="T2" fmla="*/ 0 w 29"/>
                <a:gd name="T3" fmla="*/ 59 h 59"/>
                <a:gd name="T4" fmla="*/ 6 w 29"/>
                <a:gd name="T5" fmla="*/ 52 h 59"/>
                <a:gd name="T6" fmla="*/ 12 w 29"/>
                <a:gd name="T7" fmla="*/ 23 h 59"/>
                <a:gd name="T8" fmla="*/ 29 w 29"/>
                <a:gd name="T9" fmla="*/ 0 h 59"/>
                <a:gd name="T10" fmla="*/ 26 w 29"/>
                <a:gd name="T11" fmla="*/ 2 h 59"/>
                <a:gd name="T12" fmla="*/ 14 w 29"/>
                <a:gd name="T13" fmla="*/ 9 h 59"/>
                <a:gd name="T14" fmla="*/ 10 w 29"/>
                <a:gd name="T15" fmla="*/ 2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59">
                  <a:moveTo>
                    <a:pt x="10" y="20"/>
                  </a:moveTo>
                  <a:cubicBezTo>
                    <a:pt x="0" y="59"/>
                    <a:pt x="0" y="59"/>
                    <a:pt x="0" y="59"/>
                  </a:cubicBezTo>
                  <a:cubicBezTo>
                    <a:pt x="2" y="57"/>
                    <a:pt x="4" y="54"/>
                    <a:pt x="6" y="52"/>
                  </a:cubicBezTo>
                  <a:cubicBezTo>
                    <a:pt x="6" y="42"/>
                    <a:pt x="8" y="32"/>
                    <a:pt x="12" y="23"/>
                  </a:cubicBezTo>
                  <a:cubicBezTo>
                    <a:pt x="16" y="14"/>
                    <a:pt x="23" y="7"/>
                    <a:pt x="29" y="0"/>
                  </a:cubicBezTo>
                  <a:cubicBezTo>
                    <a:pt x="28" y="1"/>
                    <a:pt x="27" y="1"/>
                    <a:pt x="26" y="2"/>
                  </a:cubicBezTo>
                  <a:cubicBezTo>
                    <a:pt x="22" y="4"/>
                    <a:pt x="18" y="6"/>
                    <a:pt x="14" y="9"/>
                  </a:cubicBezTo>
                  <a:cubicBezTo>
                    <a:pt x="12" y="12"/>
                    <a:pt x="11" y="16"/>
                    <a:pt x="10" y="2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ísļíḋê"/>
            <p:cNvSpPr/>
            <p:nvPr/>
          </p:nvSpPr>
          <p:spPr bwMode="auto">
            <a:xfrm>
              <a:off x="7231063" y="3751263"/>
              <a:ext cx="47625" cy="96838"/>
            </a:xfrm>
            <a:custGeom>
              <a:avLst/>
              <a:gdLst>
                <a:gd name="T0" fmla="*/ 23 w 29"/>
                <a:gd name="T1" fmla="*/ 52 h 59"/>
                <a:gd name="T2" fmla="*/ 29 w 29"/>
                <a:gd name="T3" fmla="*/ 59 h 59"/>
                <a:gd name="T4" fmla="*/ 19 w 29"/>
                <a:gd name="T5" fmla="*/ 20 h 59"/>
                <a:gd name="T6" fmla="*/ 15 w 29"/>
                <a:gd name="T7" fmla="*/ 9 h 59"/>
                <a:gd name="T8" fmla="*/ 3 w 29"/>
                <a:gd name="T9" fmla="*/ 2 h 59"/>
                <a:gd name="T10" fmla="*/ 0 w 29"/>
                <a:gd name="T11" fmla="*/ 0 h 59"/>
                <a:gd name="T12" fmla="*/ 17 w 29"/>
                <a:gd name="T13" fmla="*/ 23 h 59"/>
                <a:gd name="T14" fmla="*/ 23 w 29"/>
                <a:gd name="T15" fmla="*/ 5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59">
                  <a:moveTo>
                    <a:pt x="23" y="52"/>
                  </a:moveTo>
                  <a:cubicBezTo>
                    <a:pt x="25" y="54"/>
                    <a:pt x="27" y="57"/>
                    <a:pt x="29" y="5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6"/>
                    <a:pt x="17" y="12"/>
                    <a:pt x="15" y="9"/>
                  </a:cubicBezTo>
                  <a:cubicBezTo>
                    <a:pt x="11" y="6"/>
                    <a:pt x="7" y="4"/>
                    <a:pt x="3" y="2"/>
                  </a:cubicBezTo>
                  <a:cubicBezTo>
                    <a:pt x="2" y="1"/>
                    <a:pt x="1" y="1"/>
                    <a:pt x="0" y="0"/>
                  </a:cubicBezTo>
                  <a:cubicBezTo>
                    <a:pt x="6" y="7"/>
                    <a:pt x="13" y="14"/>
                    <a:pt x="17" y="23"/>
                  </a:cubicBezTo>
                  <a:cubicBezTo>
                    <a:pt x="21" y="32"/>
                    <a:pt x="23" y="42"/>
                    <a:pt x="23" y="52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ïš1îḑé"/>
            <p:cNvSpPr/>
            <p:nvPr/>
          </p:nvSpPr>
          <p:spPr bwMode="auto">
            <a:xfrm>
              <a:off x="8291513" y="4203701"/>
              <a:ext cx="15875" cy="30163"/>
            </a:xfrm>
            <a:custGeom>
              <a:avLst/>
              <a:gdLst>
                <a:gd name="T0" fmla="*/ 6 w 10"/>
                <a:gd name="T1" fmla="*/ 18 h 18"/>
                <a:gd name="T2" fmla="*/ 10 w 10"/>
                <a:gd name="T3" fmla="*/ 15 h 18"/>
                <a:gd name="T4" fmla="*/ 0 w 10"/>
                <a:gd name="T5" fmla="*/ 0 h 18"/>
                <a:gd name="T6" fmla="*/ 0 w 10"/>
                <a:gd name="T7" fmla="*/ 0 h 18"/>
                <a:gd name="T8" fmla="*/ 5 w 10"/>
                <a:gd name="T9" fmla="*/ 15 h 18"/>
                <a:gd name="T10" fmla="*/ 6 w 10"/>
                <a:gd name="T1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8">
                  <a:moveTo>
                    <a:pt x="6" y="18"/>
                  </a:moveTo>
                  <a:cubicBezTo>
                    <a:pt x="8" y="17"/>
                    <a:pt x="9" y="16"/>
                    <a:pt x="10" y="15"/>
                  </a:cubicBezTo>
                  <a:cubicBezTo>
                    <a:pt x="6" y="11"/>
                    <a:pt x="3" y="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3" y="10"/>
                    <a:pt x="5" y="15"/>
                  </a:cubicBezTo>
                  <a:cubicBezTo>
                    <a:pt x="5" y="16"/>
                    <a:pt x="6" y="17"/>
                    <a:pt x="6" y="1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ṥ1íďe"/>
            <p:cNvSpPr/>
            <p:nvPr/>
          </p:nvSpPr>
          <p:spPr bwMode="auto">
            <a:xfrm>
              <a:off x="6588126" y="4354513"/>
              <a:ext cx="15875" cy="31750"/>
            </a:xfrm>
            <a:custGeom>
              <a:avLst/>
              <a:gdLst>
                <a:gd name="T0" fmla="*/ 0 w 10"/>
                <a:gd name="T1" fmla="*/ 0 h 19"/>
                <a:gd name="T2" fmla="*/ 5 w 10"/>
                <a:gd name="T3" fmla="*/ 15 h 19"/>
                <a:gd name="T4" fmla="*/ 6 w 10"/>
                <a:gd name="T5" fmla="*/ 19 h 19"/>
                <a:gd name="T6" fmla="*/ 10 w 10"/>
                <a:gd name="T7" fmla="*/ 15 h 19"/>
                <a:gd name="T8" fmla="*/ 0 w 10"/>
                <a:gd name="T9" fmla="*/ 0 h 19"/>
                <a:gd name="T10" fmla="*/ 0 w 10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" y="5"/>
                    <a:pt x="3" y="10"/>
                    <a:pt x="5" y="15"/>
                  </a:cubicBezTo>
                  <a:cubicBezTo>
                    <a:pt x="5" y="16"/>
                    <a:pt x="6" y="17"/>
                    <a:pt x="6" y="19"/>
                  </a:cubicBezTo>
                  <a:cubicBezTo>
                    <a:pt x="8" y="17"/>
                    <a:pt x="9" y="16"/>
                    <a:pt x="10" y="15"/>
                  </a:cubicBezTo>
                  <a:cubicBezTo>
                    <a:pt x="6" y="11"/>
                    <a:pt x="3" y="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ṧ1ïďé"/>
            <p:cNvSpPr/>
            <p:nvPr/>
          </p:nvSpPr>
          <p:spPr bwMode="auto">
            <a:xfrm>
              <a:off x="7078663" y="2900363"/>
              <a:ext cx="280988" cy="490538"/>
            </a:xfrm>
            <a:custGeom>
              <a:avLst/>
              <a:gdLst>
                <a:gd name="T0" fmla="*/ 46 w 171"/>
                <a:gd name="T1" fmla="*/ 110 h 298"/>
                <a:gd name="T2" fmla="*/ 5 w 171"/>
                <a:gd name="T3" fmla="*/ 193 h 298"/>
                <a:gd name="T4" fmla="*/ 0 w 171"/>
                <a:gd name="T5" fmla="*/ 214 h 298"/>
                <a:gd name="T6" fmla="*/ 5 w 171"/>
                <a:gd name="T7" fmla="*/ 232 h 298"/>
                <a:gd name="T8" fmla="*/ 15 w 171"/>
                <a:gd name="T9" fmla="*/ 231 h 298"/>
                <a:gd name="T10" fmla="*/ 23 w 171"/>
                <a:gd name="T11" fmla="*/ 236 h 298"/>
                <a:gd name="T12" fmla="*/ 34 w 171"/>
                <a:gd name="T13" fmla="*/ 243 h 298"/>
                <a:gd name="T14" fmla="*/ 41 w 171"/>
                <a:gd name="T15" fmla="*/ 242 h 298"/>
                <a:gd name="T16" fmla="*/ 54 w 171"/>
                <a:gd name="T17" fmla="*/ 246 h 298"/>
                <a:gd name="T18" fmla="*/ 110 w 171"/>
                <a:gd name="T19" fmla="*/ 276 h 298"/>
                <a:gd name="T20" fmla="*/ 120 w 171"/>
                <a:gd name="T21" fmla="*/ 284 h 298"/>
                <a:gd name="T22" fmla="*/ 119 w 171"/>
                <a:gd name="T23" fmla="*/ 296 h 298"/>
                <a:gd name="T24" fmla="*/ 155 w 171"/>
                <a:gd name="T25" fmla="*/ 298 h 298"/>
                <a:gd name="T26" fmla="*/ 171 w 171"/>
                <a:gd name="T27" fmla="*/ 232 h 298"/>
                <a:gd name="T28" fmla="*/ 151 w 171"/>
                <a:gd name="T29" fmla="*/ 177 h 298"/>
                <a:gd name="T30" fmla="*/ 151 w 171"/>
                <a:gd name="T31" fmla="*/ 146 h 298"/>
                <a:gd name="T32" fmla="*/ 135 w 171"/>
                <a:gd name="T33" fmla="*/ 121 h 298"/>
                <a:gd name="T34" fmla="*/ 118 w 171"/>
                <a:gd name="T35" fmla="*/ 116 h 298"/>
                <a:gd name="T36" fmla="*/ 107 w 171"/>
                <a:gd name="T37" fmla="*/ 95 h 298"/>
                <a:gd name="T38" fmla="*/ 99 w 171"/>
                <a:gd name="T39" fmla="*/ 26 h 298"/>
                <a:gd name="T40" fmla="*/ 89 w 171"/>
                <a:gd name="T41" fmla="*/ 0 h 298"/>
                <a:gd name="T42" fmla="*/ 86 w 171"/>
                <a:gd name="T43" fmla="*/ 14 h 298"/>
                <a:gd name="T44" fmla="*/ 86 w 171"/>
                <a:gd name="T45" fmla="*/ 45 h 298"/>
                <a:gd name="T46" fmla="*/ 80 w 171"/>
                <a:gd name="T47" fmla="*/ 54 h 298"/>
                <a:gd name="T48" fmla="*/ 79 w 171"/>
                <a:gd name="T49" fmla="*/ 85 h 298"/>
                <a:gd name="T50" fmla="*/ 46 w 171"/>
                <a:gd name="T51" fmla="*/ 11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1" h="298">
                  <a:moveTo>
                    <a:pt x="46" y="110"/>
                  </a:moveTo>
                  <a:cubicBezTo>
                    <a:pt x="46" y="142"/>
                    <a:pt x="31" y="173"/>
                    <a:pt x="5" y="193"/>
                  </a:cubicBezTo>
                  <a:cubicBezTo>
                    <a:pt x="2" y="199"/>
                    <a:pt x="0" y="207"/>
                    <a:pt x="0" y="214"/>
                  </a:cubicBezTo>
                  <a:cubicBezTo>
                    <a:pt x="0" y="220"/>
                    <a:pt x="2" y="226"/>
                    <a:pt x="5" y="232"/>
                  </a:cubicBezTo>
                  <a:cubicBezTo>
                    <a:pt x="8" y="230"/>
                    <a:pt x="12" y="230"/>
                    <a:pt x="15" y="231"/>
                  </a:cubicBezTo>
                  <a:cubicBezTo>
                    <a:pt x="18" y="232"/>
                    <a:pt x="21" y="234"/>
                    <a:pt x="23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6" y="242"/>
                    <a:pt x="39" y="242"/>
                    <a:pt x="41" y="242"/>
                  </a:cubicBezTo>
                  <a:cubicBezTo>
                    <a:pt x="46" y="242"/>
                    <a:pt x="50" y="244"/>
                    <a:pt x="54" y="246"/>
                  </a:cubicBezTo>
                  <a:cubicBezTo>
                    <a:pt x="110" y="276"/>
                    <a:pt x="110" y="276"/>
                    <a:pt x="110" y="276"/>
                  </a:cubicBezTo>
                  <a:cubicBezTo>
                    <a:pt x="114" y="278"/>
                    <a:pt x="117" y="280"/>
                    <a:pt x="120" y="284"/>
                  </a:cubicBezTo>
                  <a:cubicBezTo>
                    <a:pt x="121" y="288"/>
                    <a:pt x="121" y="292"/>
                    <a:pt x="119" y="296"/>
                  </a:cubicBezTo>
                  <a:cubicBezTo>
                    <a:pt x="131" y="295"/>
                    <a:pt x="143" y="296"/>
                    <a:pt x="155" y="298"/>
                  </a:cubicBezTo>
                  <a:cubicBezTo>
                    <a:pt x="159" y="275"/>
                    <a:pt x="165" y="253"/>
                    <a:pt x="171" y="232"/>
                  </a:cubicBezTo>
                  <a:cubicBezTo>
                    <a:pt x="158" y="216"/>
                    <a:pt x="151" y="197"/>
                    <a:pt x="151" y="177"/>
                  </a:cubicBezTo>
                  <a:cubicBezTo>
                    <a:pt x="151" y="166"/>
                    <a:pt x="153" y="156"/>
                    <a:pt x="151" y="146"/>
                  </a:cubicBezTo>
                  <a:cubicBezTo>
                    <a:pt x="150" y="136"/>
                    <a:pt x="145" y="125"/>
                    <a:pt x="135" y="121"/>
                  </a:cubicBezTo>
                  <a:cubicBezTo>
                    <a:pt x="130" y="119"/>
                    <a:pt x="123" y="119"/>
                    <a:pt x="118" y="116"/>
                  </a:cubicBezTo>
                  <a:cubicBezTo>
                    <a:pt x="111" y="112"/>
                    <a:pt x="109" y="103"/>
                    <a:pt x="107" y="95"/>
                  </a:cubicBezTo>
                  <a:cubicBezTo>
                    <a:pt x="104" y="72"/>
                    <a:pt x="105" y="48"/>
                    <a:pt x="99" y="26"/>
                  </a:cubicBezTo>
                  <a:cubicBezTo>
                    <a:pt x="97" y="17"/>
                    <a:pt x="94" y="8"/>
                    <a:pt x="89" y="0"/>
                  </a:cubicBezTo>
                  <a:cubicBezTo>
                    <a:pt x="89" y="4"/>
                    <a:pt x="88" y="9"/>
                    <a:pt x="86" y="14"/>
                  </a:cubicBezTo>
                  <a:cubicBezTo>
                    <a:pt x="85" y="24"/>
                    <a:pt x="89" y="35"/>
                    <a:pt x="86" y="45"/>
                  </a:cubicBezTo>
                  <a:cubicBezTo>
                    <a:pt x="84" y="49"/>
                    <a:pt x="82" y="52"/>
                    <a:pt x="80" y="54"/>
                  </a:cubicBezTo>
                  <a:cubicBezTo>
                    <a:pt x="78" y="64"/>
                    <a:pt x="82" y="75"/>
                    <a:pt x="79" y="85"/>
                  </a:cubicBezTo>
                  <a:cubicBezTo>
                    <a:pt x="74" y="99"/>
                    <a:pt x="59" y="103"/>
                    <a:pt x="46" y="1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iSľidé"/>
            <p:cNvSpPr/>
            <p:nvPr/>
          </p:nvSpPr>
          <p:spPr bwMode="auto">
            <a:xfrm>
              <a:off x="7481888" y="3336926"/>
              <a:ext cx="100013" cy="604838"/>
            </a:xfrm>
            <a:custGeom>
              <a:avLst/>
              <a:gdLst>
                <a:gd name="T0" fmla="*/ 19 w 60"/>
                <a:gd name="T1" fmla="*/ 174 h 369"/>
                <a:gd name="T2" fmla="*/ 16 w 60"/>
                <a:gd name="T3" fmla="*/ 369 h 369"/>
                <a:gd name="T4" fmla="*/ 22 w 60"/>
                <a:gd name="T5" fmla="*/ 359 h 369"/>
                <a:gd name="T6" fmla="*/ 40 w 60"/>
                <a:gd name="T7" fmla="*/ 312 h 369"/>
                <a:gd name="T8" fmla="*/ 46 w 60"/>
                <a:gd name="T9" fmla="*/ 0 h 369"/>
                <a:gd name="T10" fmla="*/ 38 w 60"/>
                <a:gd name="T11" fmla="*/ 10 h 369"/>
                <a:gd name="T12" fmla="*/ 30 w 60"/>
                <a:gd name="T13" fmla="*/ 21 h 369"/>
                <a:gd name="T14" fmla="*/ 26 w 60"/>
                <a:gd name="T15" fmla="*/ 36 h 369"/>
                <a:gd name="T16" fmla="*/ 28 w 60"/>
                <a:gd name="T17" fmla="*/ 73 h 369"/>
                <a:gd name="T18" fmla="*/ 23 w 60"/>
                <a:gd name="T19" fmla="*/ 153 h 369"/>
                <a:gd name="T20" fmla="*/ 19 w 60"/>
                <a:gd name="T21" fmla="*/ 17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369">
                  <a:moveTo>
                    <a:pt x="19" y="174"/>
                  </a:moveTo>
                  <a:cubicBezTo>
                    <a:pt x="9" y="239"/>
                    <a:pt x="0" y="306"/>
                    <a:pt x="16" y="369"/>
                  </a:cubicBezTo>
                  <a:cubicBezTo>
                    <a:pt x="18" y="365"/>
                    <a:pt x="20" y="361"/>
                    <a:pt x="22" y="359"/>
                  </a:cubicBezTo>
                  <a:cubicBezTo>
                    <a:pt x="33" y="346"/>
                    <a:pt x="37" y="328"/>
                    <a:pt x="40" y="312"/>
                  </a:cubicBezTo>
                  <a:cubicBezTo>
                    <a:pt x="60" y="210"/>
                    <a:pt x="51" y="105"/>
                    <a:pt x="46" y="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4" y="13"/>
                    <a:pt x="32" y="17"/>
                    <a:pt x="30" y="21"/>
                  </a:cubicBezTo>
                  <a:cubicBezTo>
                    <a:pt x="28" y="26"/>
                    <a:pt x="27" y="31"/>
                    <a:pt x="26" y="36"/>
                  </a:cubicBezTo>
                  <a:cubicBezTo>
                    <a:pt x="26" y="48"/>
                    <a:pt x="26" y="61"/>
                    <a:pt x="28" y="73"/>
                  </a:cubicBezTo>
                  <a:cubicBezTo>
                    <a:pt x="32" y="100"/>
                    <a:pt x="30" y="127"/>
                    <a:pt x="23" y="153"/>
                  </a:cubicBezTo>
                  <a:cubicBezTo>
                    <a:pt x="21" y="160"/>
                    <a:pt x="20" y="167"/>
                    <a:pt x="19" y="174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íš1ïďè"/>
            <p:cNvSpPr/>
            <p:nvPr/>
          </p:nvSpPr>
          <p:spPr bwMode="auto">
            <a:xfrm>
              <a:off x="7189788" y="4086226"/>
              <a:ext cx="349250" cy="1123950"/>
            </a:xfrm>
            <a:custGeom>
              <a:avLst/>
              <a:gdLst>
                <a:gd name="T0" fmla="*/ 136 w 212"/>
                <a:gd name="T1" fmla="*/ 48 h 684"/>
                <a:gd name="T2" fmla="*/ 115 w 212"/>
                <a:gd name="T3" fmla="*/ 53 h 684"/>
                <a:gd name="T4" fmla="*/ 100 w 212"/>
                <a:gd name="T5" fmla="*/ 44 h 684"/>
                <a:gd name="T6" fmla="*/ 68 w 212"/>
                <a:gd name="T7" fmla="*/ 16 h 684"/>
                <a:gd name="T8" fmla="*/ 49 w 212"/>
                <a:gd name="T9" fmla="*/ 0 h 684"/>
                <a:gd name="T10" fmla="*/ 46 w 212"/>
                <a:gd name="T11" fmla="*/ 116 h 684"/>
                <a:gd name="T12" fmla="*/ 39 w 212"/>
                <a:gd name="T13" fmla="*/ 151 h 684"/>
                <a:gd name="T14" fmla="*/ 58 w 212"/>
                <a:gd name="T15" fmla="*/ 265 h 684"/>
                <a:gd name="T16" fmla="*/ 51 w 212"/>
                <a:gd name="T17" fmla="*/ 374 h 684"/>
                <a:gd name="T18" fmla="*/ 32 w 212"/>
                <a:gd name="T19" fmla="*/ 550 h 684"/>
                <a:gd name="T20" fmla="*/ 21 w 212"/>
                <a:gd name="T21" fmla="*/ 622 h 684"/>
                <a:gd name="T22" fmla="*/ 0 w 212"/>
                <a:gd name="T23" fmla="*/ 684 h 684"/>
                <a:gd name="T24" fmla="*/ 41 w 212"/>
                <a:gd name="T25" fmla="*/ 684 h 684"/>
                <a:gd name="T26" fmla="*/ 93 w 212"/>
                <a:gd name="T27" fmla="*/ 683 h 684"/>
                <a:gd name="T28" fmla="*/ 99 w 212"/>
                <a:gd name="T29" fmla="*/ 683 h 684"/>
                <a:gd name="T30" fmla="*/ 187 w 212"/>
                <a:gd name="T31" fmla="*/ 682 h 684"/>
                <a:gd name="T32" fmla="*/ 187 w 212"/>
                <a:gd name="T33" fmla="*/ 682 h 684"/>
                <a:gd name="T34" fmla="*/ 209 w 212"/>
                <a:gd name="T35" fmla="*/ 567 h 684"/>
                <a:gd name="T36" fmla="*/ 186 w 212"/>
                <a:gd name="T37" fmla="*/ 493 h 684"/>
                <a:gd name="T38" fmla="*/ 159 w 212"/>
                <a:gd name="T39" fmla="*/ 153 h 684"/>
                <a:gd name="T40" fmla="*/ 155 w 212"/>
                <a:gd name="T41" fmla="*/ 76 h 684"/>
                <a:gd name="T42" fmla="*/ 139 w 212"/>
                <a:gd name="T43" fmla="*/ 71 h 684"/>
                <a:gd name="T44" fmla="*/ 146 w 212"/>
                <a:gd name="T45" fmla="*/ 55 h 684"/>
                <a:gd name="T46" fmla="*/ 136 w 212"/>
                <a:gd name="T47" fmla="*/ 48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2" h="684">
                  <a:moveTo>
                    <a:pt x="136" y="48"/>
                  </a:moveTo>
                  <a:cubicBezTo>
                    <a:pt x="130" y="53"/>
                    <a:pt x="123" y="55"/>
                    <a:pt x="115" y="53"/>
                  </a:cubicBezTo>
                  <a:cubicBezTo>
                    <a:pt x="110" y="51"/>
                    <a:pt x="105" y="48"/>
                    <a:pt x="100" y="44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2" y="11"/>
                    <a:pt x="56" y="5"/>
                    <a:pt x="49" y="0"/>
                  </a:cubicBezTo>
                  <a:cubicBezTo>
                    <a:pt x="49" y="38"/>
                    <a:pt x="48" y="77"/>
                    <a:pt x="46" y="116"/>
                  </a:cubicBezTo>
                  <a:cubicBezTo>
                    <a:pt x="46" y="128"/>
                    <a:pt x="45" y="141"/>
                    <a:pt x="39" y="151"/>
                  </a:cubicBezTo>
                  <a:cubicBezTo>
                    <a:pt x="51" y="188"/>
                    <a:pt x="57" y="226"/>
                    <a:pt x="58" y="265"/>
                  </a:cubicBezTo>
                  <a:cubicBezTo>
                    <a:pt x="59" y="301"/>
                    <a:pt x="55" y="337"/>
                    <a:pt x="51" y="374"/>
                  </a:cubicBezTo>
                  <a:cubicBezTo>
                    <a:pt x="45" y="432"/>
                    <a:pt x="39" y="491"/>
                    <a:pt x="32" y="550"/>
                  </a:cubicBezTo>
                  <a:cubicBezTo>
                    <a:pt x="30" y="574"/>
                    <a:pt x="26" y="598"/>
                    <a:pt x="21" y="622"/>
                  </a:cubicBezTo>
                  <a:cubicBezTo>
                    <a:pt x="15" y="643"/>
                    <a:pt x="7" y="664"/>
                    <a:pt x="0" y="684"/>
                  </a:cubicBezTo>
                  <a:cubicBezTo>
                    <a:pt x="41" y="684"/>
                    <a:pt x="41" y="684"/>
                    <a:pt x="41" y="684"/>
                  </a:cubicBezTo>
                  <a:cubicBezTo>
                    <a:pt x="93" y="683"/>
                    <a:pt x="93" y="683"/>
                    <a:pt x="93" y="683"/>
                  </a:cubicBezTo>
                  <a:cubicBezTo>
                    <a:pt x="99" y="683"/>
                    <a:pt x="99" y="683"/>
                    <a:pt x="99" y="683"/>
                  </a:cubicBezTo>
                  <a:cubicBezTo>
                    <a:pt x="187" y="682"/>
                    <a:pt x="187" y="682"/>
                    <a:pt x="187" y="682"/>
                  </a:cubicBezTo>
                  <a:cubicBezTo>
                    <a:pt x="187" y="682"/>
                    <a:pt x="187" y="682"/>
                    <a:pt x="187" y="682"/>
                  </a:cubicBezTo>
                  <a:cubicBezTo>
                    <a:pt x="194" y="644"/>
                    <a:pt x="212" y="606"/>
                    <a:pt x="209" y="567"/>
                  </a:cubicBezTo>
                  <a:cubicBezTo>
                    <a:pt x="206" y="541"/>
                    <a:pt x="194" y="517"/>
                    <a:pt x="186" y="493"/>
                  </a:cubicBezTo>
                  <a:cubicBezTo>
                    <a:pt x="149" y="384"/>
                    <a:pt x="186" y="264"/>
                    <a:pt x="159" y="153"/>
                  </a:cubicBezTo>
                  <a:cubicBezTo>
                    <a:pt x="153" y="127"/>
                    <a:pt x="144" y="100"/>
                    <a:pt x="155" y="76"/>
                  </a:cubicBezTo>
                  <a:cubicBezTo>
                    <a:pt x="139" y="71"/>
                    <a:pt x="139" y="71"/>
                    <a:pt x="139" y="71"/>
                  </a:cubicBezTo>
                  <a:cubicBezTo>
                    <a:pt x="141" y="65"/>
                    <a:pt x="143" y="60"/>
                    <a:pt x="146" y="55"/>
                  </a:cubicBezTo>
                  <a:cubicBezTo>
                    <a:pt x="142" y="53"/>
                    <a:pt x="139" y="51"/>
                    <a:pt x="136" y="48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iṣľîḍê"/>
            <p:cNvSpPr/>
            <p:nvPr/>
          </p:nvSpPr>
          <p:spPr bwMode="auto">
            <a:xfrm>
              <a:off x="6884988" y="5080001"/>
              <a:ext cx="3175" cy="133350"/>
            </a:xfrm>
            <a:custGeom>
              <a:avLst/>
              <a:gdLst>
                <a:gd name="T0" fmla="*/ 0 w 2"/>
                <a:gd name="T1" fmla="*/ 0 h 81"/>
                <a:gd name="T2" fmla="*/ 0 w 2"/>
                <a:gd name="T3" fmla="*/ 81 h 81"/>
                <a:gd name="T4" fmla="*/ 2 w 2"/>
                <a:gd name="T5" fmla="*/ 81 h 81"/>
                <a:gd name="T6" fmla="*/ 0 w 2"/>
                <a:gd name="T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81">
                  <a:moveTo>
                    <a:pt x="0" y="0"/>
                  </a:moveTo>
                  <a:cubicBezTo>
                    <a:pt x="0" y="27"/>
                    <a:pt x="0" y="54"/>
                    <a:pt x="0" y="81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ïṥļíḓe"/>
            <p:cNvSpPr/>
            <p:nvPr/>
          </p:nvSpPr>
          <p:spPr bwMode="auto">
            <a:xfrm>
              <a:off x="8589963" y="4929188"/>
              <a:ext cx="4763" cy="203200"/>
            </a:xfrm>
            <a:custGeom>
              <a:avLst/>
              <a:gdLst>
                <a:gd name="T0" fmla="*/ 0 w 3"/>
                <a:gd name="T1" fmla="*/ 0 h 123"/>
                <a:gd name="T2" fmla="*/ 1 w 3"/>
                <a:gd name="T3" fmla="*/ 123 h 123"/>
                <a:gd name="T4" fmla="*/ 3 w 3"/>
                <a:gd name="T5" fmla="*/ 121 h 123"/>
                <a:gd name="T6" fmla="*/ 0 w 3"/>
                <a:gd name="T7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23">
                  <a:moveTo>
                    <a:pt x="0" y="0"/>
                  </a:moveTo>
                  <a:cubicBezTo>
                    <a:pt x="0" y="41"/>
                    <a:pt x="0" y="82"/>
                    <a:pt x="1" y="123"/>
                  </a:cubicBezTo>
                  <a:cubicBezTo>
                    <a:pt x="3" y="121"/>
                    <a:pt x="3" y="121"/>
                    <a:pt x="3" y="121"/>
                  </a:cubicBezTo>
                  <a:cubicBezTo>
                    <a:pt x="2" y="81"/>
                    <a:pt x="1" y="41"/>
                    <a:pt x="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íṡḻíḑé"/>
            <p:cNvSpPr/>
            <p:nvPr/>
          </p:nvSpPr>
          <p:spPr bwMode="auto">
            <a:xfrm>
              <a:off x="8418513" y="2852738"/>
              <a:ext cx="20638" cy="22225"/>
            </a:xfrm>
            <a:custGeom>
              <a:avLst/>
              <a:gdLst>
                <a:gd name="T0" fmla="*/ 7 w 13"/>
                <a:gd name="T1" fmla="*/ 0 h 13"/>
                <a:gd name="T2" fmla="*/ 0 w 13"/>
                <a:gd name="T3" fmla="*/ 1 h 13"/>
                <a:gd name="T4" fmla="*/ 13 w 13"/>
                <a:gd name="T5" fmla="*/ 13 h 13"/>
                <a:gd name="T6" fmla="*/ 7 w 13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3">
                  <a:moveTo>
                    <a:pt x="7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4" y="5"/>
                    <a:pt x="8" y="9"/>
                    <a:pt x="13" y="13"/>
                  </a:cubicBezTo>
                  <a:cubicBezTo>
                    <a:pt x="10" y="9"/>
                    <a:pt x="8" y="4"/>
                    <a:pt x="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ïṣliḋe"/>
            <p:cNvSpPr/>
            <p:nvPr/>
          </p:nvSpPr>
          <p:spPr bwMode="auto">
            <a:xfrm>
              <a:off x="7789863" y="4686301"/>
              <a:ext cx="38100" cy="517525"/>
            </a:xfrm>
            <a:custGeom>
              <a:avLst/>
              <a:gdLst>
                <a:gd name="T0" fmla="*/ 14 w 23"/>
                <a:gd name="T1" fmla="*/ 0 h 315"/>
                <a:gd name="T2" fmla="*/ 15 w 23"/>
                <a:gd name="T3" fmla="*/ 176 h 315"/>
                <a:gd name="T4" fmla="*/ 12 w 23"/>
                <a:gd name="T5" fmla="*/ 219 h 315"/>
                <a:gd name="T6" fmla="*/ 3 w 23"/>
                <a:gd name="T7" fmla="*/ 254 h 315"/>
                <a:gd name="T8" fmla="*/ 0 w 23"/>
                <a:gd name="T9" fmla="*/ 305 h 315"/>
                <a:gd name="T10" fmla="*/ 0 w 23"/>
                <a:gd name="T11" fmla="*/ 315 h 315"/>
                <a:gd name="T12" fmla="*/ 23 w 23"/>
                <a:gd name="T13" fmla="*/ 315 h 315"/>
                <a:gd name="T14" fmla="*/ 14 w 23"/>
                <a:gd name="T15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15">
                  <a:moveTo>
                    <a:pt x="14" y="0"/>
                  </a:moveTo>
                  <a:cubicBezTo>
                    <a:pt x="15" y="176"/>
                    <a:pt x="15" y="176"/>
                    <a:pt x="15" y="176"/>
                  </a:cubicBezTo>
                  <a:cubicBezTo>
                    <a:pt x="16" y="191"/>
                    <a:pt x="15" y="205"/>
                    <a:pt x="12" y="219"/>
                  </a:cubicBezTo>
                  <a:cubicBezTo>
                    <a:pt x="10" y="231"/>
                    <a:pt x="6" y="242"/>
                    <a:pt x="3" y="254"/>
                  </a:cubicBezTo>
                  <a:cubicBezTo>
                    <a:pt x="0" y="271"/>
                    <a:pt x="0" y="288"/>
                    <a:pt x="0" y="305"/>
                  </a:cubicBezTo>
                  <a:cubicBezTo>
                    <a:pt x="0" y="309"/>
                    <a:pt x="0" y="312"/>
                    <a:pt x="0" y="315"/>
                  </a:cubicBezTo>
                  <a:cubicBezTo>
                    <a:pt x="23" y="315"/>
                    <a:pt x="23" y="315"/>
                    <a:pt x="23" y="315"/>
                  </a:cubicBezTo>
                  <a:cubicBezTo>
                    <a:pt x="20" y="210"/>
                    <a:pt x="17" y="105"/>
                    <a:pt x="14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íṣḻíḋê"/>
            <p:cNvSpPr/>
            <p:nvPr/>
          </p:nvSpPr>
          <p:spPr bwMode="auto">
            <a:xfrm>
              <a:off x="8934451" y="3600451"/>
              <a:ext cx="47625" cy="96838"/>
            </a:xfrm>
            <a:custGeom>
              <a:avLst/>
              <a:gdLst>
                <a:gd name="T0" fmla="*/ 23 w 29"/>
                <a:gd name="T1" fmla="*/ 52 h 59"/>
                <a:gd name="T2" fmla="*/ 29 w 29"/>
                <a:gd name="T3" fmla="*/ 59 h 59"/>
                <a:gd name="T4" fmla="*/ 19 w 29"/>
                <a:gd name="T5" fmla="*/ 20 h 59"/>
                <a:gd name="T6" fmla="*/ 15 w 29"/>
                <a:gd name="T7" fmla="*/ 9 h 59"/>
                <a:gd name="T8" fmla="*/ 3 w 29"/>
                <a:gd name="T9" fmla="*/ 2 h 59"/>
                <a:gd name="T10" fmla="*/ 0 w 29"/>
                <a:gd name="T11" fmla="*/ 0 h 59"/>
                <a:gd name="T12" fmla="*/ 17 w 29"/>
                <a:gd name="T13" fmla="*/ 23 h 59"/>
                <a:gd name="T14" fmla="*/ 23 w 29"/>
                <a:gd name="T15" fmla="*/ 5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59">
                  <a:moveTo>
                    <a:pt x="23" y="52"/>
                  </a:moveTo>
                  <a:cubicBezTo>
                    <a:pt x="25" y="54"/>
                    <a:pt x="27" y="57"/>
                    <a:pt x="29" y="5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6"/>
                    <a:pt x="17" y="12"/>
                    <a:pt x="15" y="9"/>
                  </a:cubicBezTo>
                  <a:cubicBezTo>
                    <a:pt x="11" y="6"/>
                    <a:pt x="7" y="4"/>
                    <a:pt x="3" y="2"/>
                  </a:cubicBezTo>
                  <a:cubicBezTo>
                    <a:pt x="2" y="1"/>
                    <a:pt x="1" y="1"/>
                    <a:pt x="0" y="0"/>
                  </a:cubicBezTo>
                  <a:cubicBezTo>
                    <a:pt x="6" y="7"/>
                    <a:pt x="13" y="14"/>
                    <a:pt x="17" y="23"/>
                  </a:cubicBezTo>
                  <a:cubicBezTo>
                    <a:pt x="21" y="32"/>
                    <a:pt x="23" y="42"/>
                    <a:pt x="23" y="52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îṡļîḍe"/>
            <p:cNvSpPr/>
            <p:nvPr/>
          </p:nvSpPr>
          <p:spPr bwMode="auto">
            <a:xfrm>
              <a:off x="8005763" y="2506663"/>
              <a:ext cx="549275" cy="665163"/>
            </a:xfrm>
            <a:custGeom>
              <a:avLst/>
              <a:gdLst>
                <a:gd name="T0" fmla="*/ 46 w 334"/>
                <a:gd name="T1" fmla="*/ 110 h 405"/>
                <a:gd name="T2" fmla="*/ 5 w 334"/>
                <a:gd name="T3" fmla="*/ 193 h 405"/>
                <a:gd name="T4" fmla="*/ 0 w 334"/>
                <a:gd name="T5" fmla="*/ 214 h 405"/>
                <a:gd name="T6" fmla="*/ 5 w 334"/>
                <a:gd name="T7" fmla="*/ 232 h 405"/>
                <a:gd name="T8" fmla="*/ 15 w 334"/>
                <a:gd name="T9" fmla="*/ 231 h 405"/>
                <a:gd name="T10" fmla="*/ 23 w 334"/>
                <a:gd name="T11" fmla="*/ 236 h 405"/>
                <a:gd name="T12" fmla="*/ 34 w 334"/>
                <a:gd name="T13" fmla="*/ 243 h 405"/>
                <a:gd name="T14" fmla="*/ 41 w 334"/>
                <a:gd name="T15" fmla="*/ 242 h 405"/>
                <a:gd name="T16" fmla="*/ 54 w 334"/>
                <a:gd name="T17" fmla="*/ 246 h 405"/>
                <a:gd name="T18" fmla="*/ 110 w 334"/>
                <a:gd name="T19" fmla="*/ 276 h 405"/>
                <a:gd name="T20" fmla="*/ 120 w 334"/>
                <a:gd name="T21" fmla="*/ 284 h 405"/>
                <a:gd name="T22" fmla="*/ 119 w 334"/>
                <a:gd name="T23" fmla="*/ 296 h 405"/>
                <a:gd name="T24" fmla="*/ 218 w 334"/>
                <a:gd name="T25" fmla="*/ 336 h 405"/>
                <a:gd name="T26" fmla="*/ 232 w 334"/>
                <a:gd name="T27" fmla="*/ 394 h 405"/>
                <a:gd name="T28" fmla="*/ 233 w 334"/>
                <a:gd name="T29" fmla="*/ 405 h 405"/>
                <a:gd name="T30" fmla="*/ 279 w 334"/>
                <a:gd name="T31" fmla="*/ 378 h 405"/>
                <a:gd name="T32" fmla="*/ 298 w 334"/>
                <a:gd name="T33" fmla="*/ 376 h 405"/>
                <a:gd name="T34" fmla="*/ 304 w 334"/>
                <a:gd name="T35" fmla="*/ 380 h 405"/>
                <a:gd name="T36" fmla="*/ 312 w 334"/>
                <a:gd name="T37" fmla="*/ 372 h 405"/>
                <a:gd name="T38" fmla="*/ 323 w 334"/>
                <a:gd name="T39" fmla="*/ 369 h 405"/>
                <a:gd name="T40" fmla="*/ 323 w 334"/>
                <a:gd name="T41" fmla="*/ 368 h 405"/>
                <a:gd name="T42" fmla="*/ 334 w 334"/>
                <a:gd name="T43" fmla="*/ 327 h 405"/>
                <a:gd name="T44" fmla="*/ 309 w 334"/>
                <a:gd name="T45" fmla="*/ 276 h 405"/>
                <a:gd name="T46" fmla="*/ 276 w 334"/>
                <a:gd name="T47" fmla="*/ 243 h 405"/>
                <a:gd name="T48" fmla="*/ 187 w 334"/>
                <a:gd name="T49" fmla="*/ 244 h 405"/>
                <a:gd name="T50" fmla="*/ 151 w 334"/>
                <a:gd name="T51" fmla="*/ 177 h 405"/>
                <a:gd name="T52" fmla="*/ 152 w 334"/>
                <a:gd name="T53" fmla="*/ 146 h 405"/>
                <a:gd name="T54" fmla="*/ 136 w 334"/>
                <a:gd name="T55" fmla="*/ 121 h 405"/>
                <a:gd name="T56" fmla="*/ 118 w 334"/>
                <a:gd name="T57" fmla="*/ 116 h 405"/>
                <a:gd name="T58" fmla="*/ 108 w 334"/>
                <a:gd name="T59" fmla="*/ 95 h 405"/>
                <a:gd name="T60" fmla="*/ 100 w 334"/>
                <a:gd name="T61" fmla="*/ 26 h 405"/>
                <a:gd name="T62" fmla="*/ 90 w 334"/>
                <a:gd name="T63" fmla="*/ 0 h 405"/>
                <a:gd name="T64" fmla="*/ 87 w 334"/>
                <a:gd name="T65" fmla="*/ 14 h 405"/>
                <a:gd name="T66" fmla="*/ 86 w 334"/>
                <a:gd name="T67" fmla="*/ 45 h 405"/>
                <a:gd name="T68" fmla="*/ 80 w 334"/>
                <a:gd name="T69" fmla="*/ 54 h 405"/>
                <a:gd name="T70" fmla="*/ 79 w 334"/>
                <a:gd name="T71" fmla="*/ 85 h 405"/>
                <a:gd name="T72" fmla="*/ 46 w 334"/>
                <a:gd name="T73" fmla="*/ 110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34" h="405">
                  <a:moveTo>
                    <a:pt x="46" y="110"/>
                  </a:moveTo>
                  <a:cubicBezTo>
                    <a:pt x="46" y="142"/>
                    <a:pt x="31" y="173"/>
                    <a:pt x="5" y="193"/>
                  </a:cubicBezTo>
                  <a:cubicBezTo>
                    <a:pt x="2" y="199"/>
                    <a:pt x="0" y="207"/>
                    <a:pt x="0" y="214"/>
                  </a:cubicBezTo>
                  <a:cubicBezTo>
                    <a:pt x="0" y="220"/>
                    <a:pt x="2" y="226"/>
                    <a:pt x="5" y="232"/>
                  </a:cubicBezTo>
                  <a:cubicBezTo>
                    <a:pt x="8" y="230"/>
                    <a:pt x="12" y="230"/>
                    <a:pt x="15" y="231"/>
                  </a:cubicBezTo>
                  <a:cubicBezTo>
                    <a:pt x="18" y="232"/>
                    <a:pt x="21" y="234"/>
                    <a:pt x="23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6" y="242"/>
                    <a:pt x="39" y="242"/>
                    <a:pt x="41" y="242"/>
                  </a:cubicBezTo>
                  <a:cubicBezTo>
                    <a:pt x="46" y="242"/>
                    <a:pt x="50" y="244"/>
                    <a:pt x="54" y="246"/>
                  </a:cubicBezTo>
                  <a:cubicBezTo>
                    <a:pt x="110" y="276"/>
                    <a:pt x="110" y="276"/>
                    <a:pt x="110" y="276"/>
                  </a:cubicBezTo>
                  <a:cubicBezTo>
                    <a:pt x="114" y="278"/>
                    <a:pt x="117" y="280"/>
                    <a:pt x="120" y="284"/>
                  </a:cubicBezTo>
                  <a:cubicBezTo>
                    <a:pt x="121" y="288"/>
                    <a:pt x="121" y="292"/>
                    <a:pt x="119" y="296"/>
                  </a:cubicBezTo>
                  <a:cubicBezTo>
                    <a:pt x="157" y="293"/>
                    <a:pt x="198" y="304"/>
                    <a:pt x="218" y="336"/>
                  </a:cubicBezTo>
                  <a:cubicBezTo>
                    <a:pt x="228" y="353"/>
                    <a:pt x="230" y="374"/>
                    <a:pt x="232" y="394"/>
                  </a:cubicBezTo>
                  <a:cubicBezTo>
                    <a:pt x="233" y="397"/>
                    <a:pt x="233" y="401"/>
                    <a:pt x="233" y="405"/>
                  </a:cubicBezTo>
                  <a:cubicBezTo>
                    <a:pt x="247" y="394"/>
                    <a:pt x="263" y="386"/>
                    <a:pt x="279" y="378"/>
                  </a:cubicBezTo>
                  <a:cubicBezTo>
                    <a:pt x="285" y="376"/>
                    <a:pt x="292" y="373"/>
                    <a:pt x="298" y="376"/>
                  </a:cubicBezTo>
                  <a:cubicBezTo>
                    <a:pt x="300" y="377"/>
                    <a:pt x="302" y="378"/>
                    <a:pt x="304" y="380"/>
                  </a:cubicBezTo>
                  <a:cubicBezTo>
                    <a:pt x="306" y="377"/>
                    <a:pt x="309" y="375"/>
                    <a:pt x="312" y="372"/>
                  </a:cubicBezTo>
                  <a:cubicBezTo>
                    <a:pt x="315" y="370"/>
                    <a:pt x="319" y="369"/>
                    <a:pt x="323" y="369"/>
                  </a:cubicBezTo>
                  <a:cubicBezTo>
                    <a:pt x="323" y="368"/>
                    <a:pt x="323" y="368"/>
                    <a:pt x="323" y="368"/>
                  </a:cubicBezTo>
                  <a:cubicBezTo>
                    <a:pt x="328" y="355"/>
                    <a:pt x="331" y="341"/>
                    <a:pt x="334" y="327"/>
                  </a:cubicBezTo>
                  <a:cubicBezTo>
                    <a:pt x="321" y="313"/>
                    <a:pt x="313" y="295"/>
                    <a:pt x="309" y="276"/>
                  </a:cubicBezTo>
                  <a:cubicBezTo>
                    <a:pt x="297" y="266"/>
                    <a:pt x="286" y="255"/>
                    <a:pt x="276" y="243"/>
                  </a:cubicBezTo>
                  <a:cubicBezTo>
                    <a:pt x="247" y="252"/>
                    <a:pt x="214" y="259"/>
                    <a:pt x="187" y="244"/>
                  </a:cubicBezTo>
                  <a:cubicBezTo>
                    <a:pt x="164" y="231"/>
                    <a:pt x="151" y="203"/>
                    <a:pt x="151" y="177"/>
                  </a:cubicBezTo>
                  <a:cubicBezTo>
                    <a:pt x="151" y="166"/>
                    <a:pt x="153" y="156"/>
                    <a:pt x="152" y="146"/>
                  </a:cubicBezTo>
                  <a:cubicBezTo>
                    <a:pt x="150" y="136"/>
                    <a:pt x="145" y="125"/>
                    <a:pt x="136" y="121"/>
                  </a:cubicBezTo>
                  <a:cubicBezTo>
                    <a:pt x="130" y="119"/>
                    <a:pt x="123" y="119"/>
                    <a:pt x="118" y="116"/>
                  </a:cubicBezTo>
                  <a:cubicBezTo>
                    <a:pt x="111" y="112"/>
                    <a:pt x="109" y="103"/>
                    <a:pt x="108" y="95"/>
                  </a:cubicBezTo>
                  <a:cubicBezTo>
                    <a:pt x="104" y="72"/>
                    <a:pt x="105" y="48"/>
                    <a:pt x="100" y="26"/>
                  </a:cubicBezTo>
                  <a:cubicBezTo>
                    <a:pt x="97" y="17"/>
                    <a:pt x="94" y="8"/>
                    <a:pt x="90" y="0"/>
                  </a:cubicBezTo>
                  <a:cubicBezTo>
                    <a:pt x="89" y="4"/>
                    <a:pt x="88" y="9"/>
                    <a:pt x="87" y="14"/>
                  </a:cubicBezTo>
                  <a:cubicBezTo>
                    <a:pt x="85" y="24"/>
                    <a:pt x="89" y="35"/>
                    <a:pt x="86" y="45"/>
                  </a:cubicBezTo>
                  <a:cubicBezTo>
                    <a:pt x="85" y="49"/>
                    <a:pt x="83" y="52"/>
                    <a:pt x="80" y="54"/>
                  </a:cubicBezTo>
                  <a:cubicBezTo>
                    <a:pt x="79" y="64"/>
                    <a:pt x="82" y="75"/>
                    <a:pt x="79" y="85"/>
                  </a:cubicBezTo>
                  <a:cubicBezTo>
                    <a:pt x="74" y="99"/>
                    <a:pt x="59" y="103"/>
                    <a:pt x="46" y="11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îśľiďè"/>
            <p:cNvSpPr/>
            <p:nvPr/>
          </p:nvSpPr>
          <p:spPr bwMode="auto">
            <a:xfrm>
              <a:off x="4214813" y="3883026"/>
              <a:ext cx="3876675" cy="560388"/>
            </a:xfrm>
            <a:custGeom>
              <a:avLst/>
              <a:gdLst>
                <a:gd name="T0" fmla="*/ 76 w 2357"/>
                <a:gd name="T1" fmla="*/ 0 h 341"/>
                <a:gd name="T2" fmla="*/ 2281 w 2357"/>
                <a:gd name="T3" fmla="*/ 0 h 341"/>
                <a:gd name="T4" fmla="*/ 2357 w 2357"/>
                <a:gd name="T5" fmla="*/ 76 h 341"/>
                <a:gd name="T6" fmla="*/ 2357 w 2357"/>
                <a:gd name="T7" fmla="*/ 341 h 341"/>
                <a:gd name="T8" fmla="*/ 0 w 2357"/>
                <a:gd name="T9" fmla="*/ 341 h 341"/>
                <a:gd name="T10" fmla="*/ 0 w 2357"/>
                <a:gd name="T11" fmla="*/ 76 h 341"/>
                <a:gd name="T12" fmla="*/ 75 w 2357"/>
                <a:gd name="T13" fmla="*/ 0 h 341"/>
                <a:gd name="T14" fmla="*/ 76 w 2357"/>
                <a:gd name="T1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57" h="341">
                  <a:moveTo>
                    <a:pt x="76" y="0"/>
                  </a:moveTo>
                  <a:cubicBezTo>
                    <a:pt x="2281" y="0"/>
                    <a:pt x="2281" y="0"/>
                    <a:pt x="2281" y="0"/>
                  </a:cubicBezTo>
                  <a:cubicBezTo>
                    <a:pt x="2323" y="0"/>
                    <a:pt x="2357" y="34"/>
                    <a:pt x="2357" y="76"/>
                  </a:cubicBezTo>
                  <a:cubicBezTo>
                    <a:pt x="2357" y="341"/>
                    <a:pt x="2357" y="341"/>
                    <a:pt x="2357" y="341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34"/>
                    <a:pt x="34" y="0"/>
                    <a:pt x="75" y="0"/>
                  </a:cubicBezTo>
                  <a:cubicBezTo>
                    <a:pt x="76" y="0"/>
                    <a:pt x="76" y="0"/>
                    <a:pt x="76" y="0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ïṧlíďé"/>
            <p:cNvSpPr/>
            <p:nvPr/>
          </p:nvSpPr>
          <p:spPr bwMode="auto">
            <a:xfrm>
              <a:off x="4214813" y="3883026"/>
              <a:ext cx="3876675" cy="560388"/>
            </a:xfrm>
            <a:custGeom>
              <a:avLst/>
              <a:gdLst>
                <a:gd name="T0" fmla="*/ 1135 w 2357"/>
                <a:gd name="T1" fmla="*/ 0 h 341"/>
                <a:gd name="T2" fmla="*/ 895 w 2357"/>
                <a:gd name="T3" fmla="*/ 0 h 341"/>
                <a:gd name="T4" fmla="*/ 873 w 2357"/>
                <a:gd name="T5" fmla="*/ 0 h 341"/>
                <a:gd name="T6" fmla="*/ 487 w 2357"/>
                <a:gd name="T7" fmla="*/ 0 h 341"/>
                <a:gd name="T8" fmla="*/ 484 w 2357"/>
                <a:gd name="T9" fmla="*/ 0 h 341"/>
                <a:gd name="T10" fmla="*/ 362 w 2357"/>
                <a:gd name="T11" fmla="*/ 0 h 341"/>
                <a:gd name="T12" fmla="*/ 245 w 2357"/>
                <a:gd name="T13" fmla="*/ 0 h 341"/>
                <a:gd name="T14" fmla="*/ 99 w 2357"/>
                <a:gd name="T15" fmla="*/ 0 h 341"/>
                <a:gd name="T16" fmla="*/ 76 w 2357"/>
                <a:gd name="T17" fmla="*/ 0 h 341"/>
                <a:gd name="T18" fmla="*/ 75 w 2357"/>
                <a:gd name="T19" fmla="*/ 0 h 341"/>
                <a:gd name="T20" fmla="*/ 1 w 2357"/>
                <a:gd name="T21" fmla="*/ 64 h 341"/>
                <a:gd name="T22" fmla="*/ 0 w 2357"/>
                <a:gd name="T23" fmla="*/ 76 h 341"/>
                <a:gd name="T24" fmla="*/ 0 w 2357"/>
                <a:gd name="T25" fmla="*/ 341 h 341"/>
                <a:gd name="T26" fmla="*/ 480 w 2357"/>
                <a:gd name="T27" fmla="*/ 341 h 341"/>
                <a:gd name="T28" fmla="*/ 480 w 2357"/>
                <a:gd name="T29" fmla="*/ 310 h 341"/>
                <a:gd name="T30" fmla="*/ 1100 w 2357"/>
                <a:gd name="T31" fmla="*/ 310 h 341"/>
                <a:gd name="T32" fmla="*/ 1100 w 2357"/>
                <a:gd name="T33" fmla="*/ 307 h 341"/>
                <a:gd name="T34" fmla="*/ 1098 w 2357"/>
                <a:gd name="T35" fmla="*/ 269 h 341"/>
                <a:gd name="T36" fmla="*/ 1096 w 2357"/>
                <a:gd name="T37" fmla="*/ 184 h 341"/>
                <a:gd name="T38" fmla="*/ 1156 w 2357"/>
                <a:gd name="T39" fmla="*/ 36 h 341"/>
                <a:gd name="T40" fmla="*/ 1135 w 2357"/>
                <a:gd name="T41" fmla="*/ 0 h 341"/>
                <a:gd name="T42" fmla="*/ 2281 w 2357"/>
                <a:gd name="T43" fmla="*/ 0 h 341"/>
                <a:gd name="T44" fmla="*/ 2022 w 2357"/>
                <a:gd name="T45" fmla="*/ 0 h 341"/>
                <a:gd name="T46" fmla="*/ 1997 w 2357"/>
                <a:gd name="T47" fmla="*/ 0 h 341"/>
                <a:gd name="T48" fmla="*/ 1640 w 2357"/>
                <a:gd name="T49" fmla="*/ 0 h 341"/>
                <a:gd name="T50" fmla="*/ 1640 w 2357"/>
                <a:gd name="T51" fmla="*/ 1 h 341"/>
                <a:gd name="T52" fmla="*/ 1653 w 2357"/>
                <a:gd name="T53" fmla="*/ 74 h 341"/>
                <a:gd name="T54" fmla="*/ 1640 w 2357"/>
                <a:gd name="T55" fmla="*/ 284 h 341"/>
                <a:gd name="T56" fmla="*/ 1641 w 2357"/>
                <a:gd name="T57" fmla="*/ 307 h 341"/>
                <a:gd name="T58" fmla="*/ 1641 w 2357"/>
                <a:gd name="T59" fmla="*/ 310 h 341"/>
                <a:gd name="T60" fmla="*/ 1641 w 2357"/>
                <a:gd name="T61" fmla="*/ 310 h 341"/>
                <a:gd name="T62" fmla="*/ 1877 w 2357"/>
                <a:gd name="T63" fmla="*/ 310 h 341"/>
                <a:gd name="T64" fmla="*/ 1877 w 2357"/>
                <a:gd name="T65" fmla="*/ 341 h 341"/>
                <a:gd name="T66" fmla="*/ 2357 w 2357"/>
                <a:gd name="T67" fmla="*/ 341 h 341"/>
                <a:gd name="T68" fmla="*/ 2357 w 2357"/>
                <a:gd name="T69" fmla="*/ 76 h 341"/>
                <a:gd name="T70" fmla="*/ 2281 w 2357"/>
                <a:gd name="T71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57" h="341">
                  <a:moveTo>
                    <a:pt x="1135" y="0"/>
                  </a:moveTo>
                  <a:cubicBezTo>
                    <a:pt x="895" y="0"/>
                    <a:pt x="895" y="0"/>
                    <a:pt x="895" y="0"/>
                  </a:cubicBezTo>
                  <a:cubicBezTo>
                    <a:pt x="873" y="0"/>
                    <a:pt x="873" y="0"/>
                    <a:pt x="873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484" y="0"/>
                    <a:pt x="484" y="0"/>
                    <a:pt x="484" y="0"/>
                  </a:cubicBezTo>
                  <a:cubicBezTo>
                    <a:pt x="362" y="0"/>
                    <a:pt x="362" y="0"/>
                    <a:pt x="362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8" y="0"/>
                    <a:pt x="7" y="28"/>
                    <a:pt x="1" y="64"/>
                  </a:cubicBezTo>
                  <a:cubicBezTo>
                    <a:pt x="0" y="68"/>
                    <a:pt x="0" y="72"/>
                    <a:pt x="0" y="76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480" y="341"/>
                    <a:pt x="480" y="341"/>
                    <a:pt x="480" y="341"/>
                  </a:cubicBezTo>
                  <a:cubicBezTo>
                    <a:pt x="480" y="310"/>
                    <a:pt x="480" y="310"/>
                    <a:pt x="480" y="310"/>
                  </a:cubicBezTo>
                  <a:cubicBezTo>
                    <a:pt x="1100" y="310"/>
                    <a:pt x="1100" y="310"/>
                    <a:pt x="1100" y="310"/>
                  </a:cubicBezTo>
                  <a:cubicBezTo>
                    <a:pt x="1100" y="309"/>
                    <a:pt x="1100" y="308"/>
                    <a:pt x="1100" y="307"/>
                  </a:cubicBezTo>
                  <a:cubicBezTo>
                    <a:pt x="1100" y="295"/>
                    <a:pt x="1099" y="282"/>
                    <a:pt x="1098" y="269"/>
                  </a:cubicBezTo>
                  <a:cubicBezTo>
                    <a:pt x="1096" y="241"/>
                    <a:pt x="1093" y="212"/>
                    <a:pt x="1096" y="184"/>
                  </a:cubicBezTo>
                  <a:cubicBezTo>
                    <a:pt x="1103" y="131"/>
                    <a:pt x="1134" y="85"/>
                    <a:pt x="1156" y="36"/>
                  </a:cubicBezTo>
                  <a:cubicBezTo>
                    <a:pt x="1135" y="0"/>
                    <a:pt x="1135" y="0"/>
                    <a:pt x="1135" y="0"/>
                  </a:cubicBezTo>
                  <a:moveTo>
                    <a:pt x="2281" y="0"/>
                  </a:moveTo>
                  <a:cubicBezTo>
                    <a:pt x="2022" y="0"/>
                    <a:pt x="2022" y="0"/>
                    <a:pt x="2022" y="0"/>
                  </a:cubicBezTo>
                  <a:cubicBezTo>
                    <a:pt x="1997" y="0"/>
                    <a:pt x="1997" y="0"/>
                    <a:pt x="1997" y="0"/>
                  </a:cubicBezTo>
                  <a:cubicBezTo>
                    <a:pt x="1640" y="0"/>
                    <a:pt x="1640" y="0"/>
                    <a:pt x="1640" y="0"/>
                  </a:cubicBezTo>
                  <a:cubicBezTo>
                    <a:pt x="1640" y="0"/>
                    <a:pt x="1640" y="0"/>
                    <a:pt x="1640" y="1"/>
                  </a:cubicBezTo>
                  <a:cubicBezTo>
                    <a:pt x="1648" y="24"/>
                    <a:pt x="1653" y="49"/>
                    <a:pt x="1653" y="74"/>
                  </a:cubicBezTo>
                  <a:cubicBezTo>
                    <a:pt x="1652" y="144"/>
                    <a:pt x="1638" y="214"/>
                    <a:pt x="1640" y="284"/>
                  </a:cubicBezTo>
                  <a:cubicBezTo>
                    <a:pt x="1640" y="292"/>
                    <a:pt x="1641" y="300"/>
                    <a:pt x="1641" y="307"/>
                  </a:cubicBezTo>
                  <a:cubicBezTo>
                    <a:pt x="1641" y="308"/>
                    <a:pt x="1641" y="309"/>
                    <a:pt x="1641" y="310"/>
                  </a:cubicBezTo>
                  <a:cubicBezTo>
                    <a:pt x="1641" y="310"/>
                    <a:pt x="1641" y="310"/>
                    <a:pt x="1641" y="310"/>
                  </a:cubicBezTo>
                  <a:cubicBezTo>
                    <a:pt x="1877" y="310"/>
                    <a:pt x="1877" y="310"/>
                    <a:pt x="1877" y="310"/>
                  </a:cubicBezTo>
                  <a:cubicBezTo>
                    <a:pt x="1877" y="341"/>
                    <a:pt x="1877" y="341"/>
                    <a:pt x="1877" y="341"/>
                  </a:cubicBezTo>
                  <a:cubicBezTo>
                    <a:pt x="2357" y="341"/>
                    <a:pt x="2357" y="341"/>
                    <a:pt x="2357" y="341"/>
                  </a:cubicBezTo>
                  <a:cubicBezTo>
                    <a:pt x="2357" y="76"/>
                    <a:pt x="2357" y="76"/>
                    <a:pt x="2357" y="76"/>
                  </a:cubicBezTo>
                  <a:cubicBezTo>
                    <a:pt x="2357" y="34"/>
                    <a:pt x="2323" y="0"/>
                    <a:pt x="2281" y="0"/>
                  </a:cubicBezTo>
                </a:path>
              </a:pathLst>
            </a:custGeom>
            <a:solidFill>
              <a:srgbClr val="3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ïşlíḋè"/>
            <p:cNvSpPr/>
            <p:nvPr/>
          </p:nvSpPr>
          <p:spPr bwMode="auto">
            <a:xfrm>
              <a:off x="5003801" y="4392613"/>
              <a:ext cx="2297113" cy="836613"/>
            </a:xfrm>
            <a:custGeom>
              <a:avLst/>
              <a:gdLst>
                <a:gd name="T0" fmla="*/ 1447 w 1447"/>
                <a:gd name="T1" fmla="*/ 0 h 527"/>
                <a:gd name="T2" fmla="*/ 1447 w 1447"/>
                <a:gd name="T3" fmla="*/ 511 h 527"/>
                <a:gd name="T4" fmla="*/ 1349 w 1447"/>
                <a:gd name="T5" fmla="*/ 512 h 527"/>
                <a:gd name="T6" fmla="*/ 1342 w 1447"/>
                <a:gd name="T7" fmla="*/ 512 h 527"/>
                <a:gd name="T8" fmla="*/ 1255 w 1447"/>
                <a:gd name="T9" fmla="*/ 513 h 527"/>
                <a:gd name="T10" fmla="*/ 1252 w 1447"/>
                <a:gd name="T11" fmla="*/ 513 h 527"/>
                <a:gd name="T12" fmla="*/ 1190 w 1447"/>
                <a:gd name="T13" fmla="*/ 514 h 527"/>
                <a:gd name="T14" fmla="*/ 1079 w 1447"/>
                <a:gd name="T15" fmla="*/ 515 h 527"/>
                <a:gd name="T16" fmla="*/ 712 w 1447"/>
                <a:gd name="T17" fmla="*/ 519 h 527"/>
                <a:gd name="T18" fmla="*/ 661 w 1447"/>
                <a:gd name="T19" fmla="*/ 519 h 527"/>
                <a:gd name="T20" fmla="*/ 560 w 1447"/>
                <a:gd name="T21" fmla="*/ 521 h 527"/>
                <a:gd name="T22" fmla="*/ 555 w 1447"/>
                <a:gd name="T23" fmla="*/ 521 h 527"/>
                <a:gd name="T24" fmla="*/ 468 w 1447"/>
                <a:gd name="T25" fmla="*/ 522 h 527"/>
                <a:gd name="T26" fmla="*/ 230 w 1447"/>
                <a:gd name="T27" fmla="*/ 525 h 527"/>
                <a:gd name="T28" fmla="*/ 174 w 1447"/>
                <a:gd name="T29" fmla="*/ 526 h 527"/>
                <a:gd name="T30" fmla="*/ 0 w 1447"/>
                <a:gd name="T31" fmla="*/ 527 h 527"/>
                <a:gd name="T32" fmla="*/ 0 w 1447"/>
                <a:gd name="T33" fmla="*/ 0 h 527"/>
                <a:gd name="T34" fmla="*/ 1447 w 1447"/>
                <a:gd name="T35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47" h="527">
                  <a:moveTo>
                    <a:pt x="1447" y="0"/>
                  </a:moveTo>
                  <a:lnTo>
                    <a:pt x="1447" y="511"/>
                  </a:lnTo>
                  <a:lnTo>
                    <a:pt x="1349" y="512"/>
                  </a:lnTo>
                  <a:lnTo>
                    <a:pt x="1342" y="512"/>
                  </a:lnTo>
                  <a:lnTo>
                    <a:pt x="1255" y="513"/>
                  </a:lnTo>
                  <a:lnTo>
                    <a:pt x="1252" y="513"/>
                  </a:lnTo>
                  <a:lnTo>
                    <a:pt x="1190" y="514"/>
                  </a:lnTo>
                  <a:lnTo>
                    <a:pt x="1079" y="515"/>
                  </a:lnTo>
                  <a:lnTo>
                    <a:pt x="712" y="519"/>
                  </a:lnTo>
                  <a:lnTo>
                    <a:pt x="661" y="519"/>
                  </a:lnTo>
                  <a:lnTo>
                    <a:pt x="560" y="521"/>
                  </a:lnTo>
                  <a:lnTo>
                    <a:pt x="555" y="521"/>
                  </a:lnTo>
                  <a:lnTo>
                    <a:pt x="468" y="522"/>
                  </a:lnTo>
                  <a:lnTo>
                    <a:pt x="230" y="525"/>
                  </a:lnTo>
                  <a:lnTo>
                    <a:pt x="174" y="526"/>
                  </a:lnTo>
                  <a:lnTo>
                    <a:pt x="0" y="527"/>
                  </a:lnTo>
                  <a:lnTo>
                    <a:pt x="0" y="0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işľiḍê"/>
            <p:cNvSpPr/>
            <p:nvPr/>
          </p:nvSpPr>
          <p:spPr bwMode="auto">
            <a:xfrm>
              <a:off x="5003801" y="4392613"/>
              <a:ext cx="2297113" cy="836613"/>
            </a:xfrm>
            <a:custGeom>
              <a:avLst/>
              <a:gdLst>
                <a:gd name="T0" fmla="*/ 1447 w 1447"/>
                <a:gd name="T1" fmla="*/ 0 h 527"/>
                <a:gd name="T2" fmla="*/ 1447 w 1447"/>
                <a:gd name="T3" fmla="*/ 511 h 527"/>
                <a:gd name="T4" fmla="*/ 1349 w 1447"/>
                <a:gd name="T5" fmla="*/ 512 h 527"/>
                <a:gd name="T6" fmla="*/ 1342 w 1447"/>
                <a:gd name="T7" fmla="*/ 512 h 527"/>
                <a:gd name="T8" fmla="*/ 1255 w 1447"/>
                <a:gd name="T9" fmla="*/ 513 h 527"/>
                <a:gd name="T10" fmla="*/ 1252 w 1447"/>
                <a:gd name="T11" fmla="*/ 513 h 527"/>
                <a:gd name="T12" fmla="*/ 1190 w 1447"/>
                <a:gd name="T13" fmla="*/ 514 h 527"/>
                <a:gd name="T14" fmla="*/ 1079 w 1447"/>
                <a:gd name="T15" fmla="*/ 515 h 527"/>
                <a:gd name="T16" fmla="*/ 712 w 1447"/>
                <a:gd name="T17" fmla="*/ 519 h 527"/>
                <a:gd name="T18" fmla="*/ 661 w 1447"/>
                <a:gd name="T19" fmla="*/ 519 h 527"/>
                <a:gd name="T20" fmla="*/ 560 w 1447"/>
                <a:gd name="T21" fmla="*/ 521 h 527"/>
                <a:gd name="T22" fmla="*/ 555 w 1447"/>
                <a:gd name="T23" fmla="*/ 521 h 527"/>
                <a:gd name="T24" fmla="*/ 468 w 1447"/>
                <a:gd name="T25" fmla="*/ 522 h 527"/>
                <a:gd name="T26" fmla="*/ 230 w 1447"/>
                <a:gd name="T27" fmla="*/ 525 h 527"/>
                <a:gd name="T28" fmla="*/ 174 w 1447"/>
                <a:gd name="T29" fmla="*/ 526 h 527"/>
                <a:gd name="T30" fmla="*/ 0 w 1447"/>
                <a:gd name="T31" fmla="*/ 527 h 527"/>
                <a:gd name="T32" fmla="*/ 0 w 1447"/>
                <a:gd name="T33" fmla="*/ 0 h 527"/>
                <a:gd name="T34" fmla="*/ 1447 w 1447"/>
                <a:gd name="T35" fmla="*/ 0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47" h="527">
                  <a:moveTo>
                    <a:pt x="1447" y="0"/>
                  </a:moveTo>
                  <a:lnTo>
                    <a:pt x="1447" y="511"/>
                  </a:lnTo>
                  <a:lnTo>
                    <a:pt x="1349" y="512"/>
                  </a:lnTo>
                  <a:lnTo>
                    <a:pt x="1342" y="512"/>
                  </a:lnTo>
                  <a:lnTo>
                    <a:pt x="1255" y="513"/>
                  </a:lnTo>
                  <a:lnTo>
                    <a:pt x="1252" y="513"/>
                  </a:lnTo>
                  <a:lnTo>
                    <a:pt x="1190" y="514"/>
                  </a:lnTo>
                  <a:lnTo>
                    <a:pt x="1079" y="515"/>
                  </a:lnTo>
                  <a:lnTo>
                    <a:pt x="712" y="519"/>
                  </a:lnTo>
                  <a:lnTo>
                    <a:pt x="661" y="519"/>
                  </a:lnTo>
                  <a:lnTo>
                    <a:pt x="560" y="521"/>
                  </a:lnTo>
                  <a:lnTo>
                    <a:pt x="555" y="521"/>
                  </a:lnTo>
                  <a:lnTo>
                    <a:pt x="468" y="522"/>
                  </a:lnTo>
                  <a:lnTo>
                    <a:pt x="230" y="525"/>
                  </a:lnTo>
                  <a:lnTo>
                    <a:pt x="174" y="526"/>
                  </a:lnTo>
                  <a:lnTo>
                    <a:pt x="0" y="527"/>
                  </a:lnTo>
                  <a:lnTo>
                    <a:pt x="0" y="0"/>
                  </a:lnTo>
                  <a:lnTo>
                    <a:pt x="144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ïṩlïḑè"/>
            <p:cNvSpPr/>
            <p:nvPr/>
          </p:nvSpPr>
          <p:spPr bwMode="auto">
            <a:xfrm>
              <a:off x="5003801" y="4392613"/>
              <a:ext cx="2297113" cy="836613"/>
            </a:xfrm>
            <a:custGeom>
              <a:avLst/>
              <a:gdLst>
                <a:gd name="T0" fmla="*/ 620 w 1397"/>
                <a:gd name="T1" fmla="*/ 0 h 509"/>
                <a:gd name="T2" fmla="*/ 0 w 1397"/>
                <a:gd name="T3" fmla="*/ 0 h 509"/>
                <a:gd name="T4" fmla="*/ 0 w 1397"/>
                <a:gd name="T5" fmla="*/ 509 h 509"/>
                <a:gd name="T6" fmla="*/ 168 w 1397"/>
                <a:gd name="T7" fmla="*/ 508 h 509"/>
                <a:gd name="T8" fmla="*/ 222 w 1397"/>
                <a:gd name="T9" fmla="*/ 507 h 509"/>
                <a:gd name="T10" fmla="*/ 452 w 1397"/>
                <a:gd name="T11" fmla="*/ 505 h 509"/>
                <a:gd name="T12" fmla="*/ 536 w 1397"/>
                <a:gd name="T13" fmla="*/ 504 h 509"/>
                <a:gd name="T14" fmla="*/ 540 w 1397"/>
                <a:gd name="T15" fmla="*/ 504 h 509"/>
                <a:gd name="T16" fmla="*/ 540 w 1397"/>
                <a:gd name="T17" fmla="*/ 503 h 509"/>
                <a:gd name="T18" fmla="*/ 536 w 1397"/>
                <a:gd name="T19" fmla="*/ 503 h 509"/>
                <a:gd name="T20" fmla="*/ 537 w 1397"/>
                <a:gd name="T21" fmla="*/ 497 h 509"/>
                <a:gd name="T22" fmla="*/ 537 w 1397"/>
                <a:gd name="T23" fmla="*/ 497 h 509"/>
                <a:gd name="T24" fmla="*/ 537 w 1397"/>
                <a:gd name="T25" fmla="*/ 497 h 509"/>
                <a:gd name="T26" fmla="*/ 481 w 1397"/>
                <a:gd name="T27" fmla="*/ 435 h 509"/>
                <a:gd name="T28" fmla="*/ 456 w 1397"/>
                <a:gd name="T29" fmla="*/ 404 h 509"/>
                <a:gd name="T30" fmla="*/ 569 w 1397"/>
                <a:gd name="T31" fmla="*/ 167 h 509"/>
                <a:gd name="T32" fmla="*/ 581 w 1397"/>
                <a:gd name="T33" fmla="*/ 134 h 509"/>
                <a:gd name="T34" fmla="*/ 591 w 1397"/>
                <a:gd name="T35" fmla="*/ 112 h 509"/>
                <a:gd name="T36" fmla="*/ 613 w 1397"/>
                <a:gd name="T37" fmla="*/ 75 h 509"/>
                <a:gd name="T38" fmla="*/ 619 w 1397"/>
                <a:gd name="T39" fmla="*/ 39 h 509"/>
                <a:gd name="T40" fmla="*/ 619 w 1397"/>
                <a:gd name="T41" fmla="*/ 31 h 509"/>
                <a:gd name="T42" fmla="*/ 620 w 1397"/>
                <a:gd name="T43" fmla="*/ 0 h 509"/>
                <a:gd name="T44" fmla="*/ 620 w 1397"/>
                <a:gd name="T45" fmla="*/ 0 h 509"/>
                <a:gd name="T46" fmla="*/ 1397 w 1397"/>
                <a:gd name="T47" fmla="*/ 0 h 509"/>
                <a:gd name="T48" fmla="*/ 1161 w 1397"/>
                <a:gd name="T49" fmla="*/ 0 h 509"/>
                <a:gd name="T50" fmla="*/ 1164 w 1397"/>
                <a:gd name="T51" fmla="*/ 31 h 509"/>
                <a:gd name="T52" fmla="*/ 1169 w 1397"/>
                <a:gd name="T53" fmla="*/ 102 h 509"/>
                <a:gd name="T54" fmla="*/ 1168 w 1397"/>
                <a:gd name="T55" fmla="*/ 133 h 509"/>
                <a:gd name="T56" fmla="*/ 1155 w 1397"/>
                <a:gd name="T57" fmla="*/ 269 h 509"/>
                <a:gd name="T58" fmla="*/ 1149 w 1397"/>
                <a:gd name="T59" fmla="*/ 497 h 509"/>
                <a:gd name="T60" fmla="*/ 1041 w 1397"/>
                <a:gd name="T61" fmla="*/ 498 h 509"/>
                <a:gd name="T62" fmla="*/ 954 w 1397"/>
                <a:gd name="T63" fmla="*/ 499 h 509"/>
                <a:gd name="T64" fmla="*/ 1041 w 1397"/>
                <a:gd name="T65" fmla="*/ 498 h 509"/>
                <a:gd name="T66" fmla="*/ 1149 w 1397"/>
                <a:gd name="T67" fmla="*/ 497 h 509"/>
                <a:gd name="T68" fmla="*/ 1208 w 1397"/>
                <a:gd name="T69" fmla="*/ 496 h 509"/>
                <a:gd name="T70" fmla="*/ 1211 w 1397"/>
                <a:gd name="T71" fmla="*/ 496 h 509"/>
                <a:gd name="T72" fmla="*/ 1295 w 1397"/>
                <a:gd name="T73" fmla="*/ 495 h 509"/>
                <a:gd name="T74" fmla="*/ 1302 w 1397"/>
                <a:gd name="T75" fmla="*/ 495 h 509"/>
                <a:gd name="T76" fmla="*/ 1397 w 1397"/>
                <a:gd name="T77" fmla="*/ 494 h 509"/>
                <a:gd name="T78" fmla="*/ 1397 w 1397"/>
                <a:gd name="T79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397" h="509">
                  <a:moveTo>
                    <a:pt x="6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168" y="508"/>
                    <a:pt x="168" y="508"/>
                    <a:pt x="168" y="508"/>
                  </a:cubicBezTo>
                  <a:cubicBezTo>
                    <a:pt x="222" y="507"/>
                    <a:pt x="222" y="507"/>
                    <a:pt x="222" y="507"/>
                  </a:cubicBezTo>
                  <a:cubicBezTo>
                    <a:pt x="452" y="505"/>
                    <a:pt x="452" y="505"/>
                    <a:pt x="452" y="505"/>
                  </a:cubicBezTo>
                  <a:cubicBezTo>
                    <a:pt x="536" y="504"/>
                    <a:pt x="536" y="504"/>
                    <a:pt x="536" y="504"/>
                  </a:cubicBezTo>
                  <a:cubicBezTo>
                    <a:pt x="540" y="504"/>
                    <a:pt x="540" y="504"/>
                    <a:pt x="540" y="504"/>
                  </a:cubicBezTo>
                  <a:cubicBezTo>
                    <a:pt x="540" y="503"/>
                    <a:pt x="540" y="503"/>
                    <a:pt x="540" y="503"/>
                  </a:cubicBezTo>
                  <a:cubicBezTo>
                    <a:pt x="536" y="503"/>
                    <a:pt x="536" y="503"/>
                    <a:pt x="536" y="503"/>
                  </a:cubicBezTo>
                  <a:cubicBezTo>
                    <a:pt x="536" y="501"/>
                    <a:pt x="537" y="499"/>
                    <a:pt x="537" y="497"/>
                  </a:cubicBezTo>
                  <a:cubicBezTo>
                    <a:pt x="537" y="497"/>
                    <a:pt x="537" y="497"/>
                    <a:pt x="537" y="497"/>
                  </a:cubicBezTo>
                  <a:cubicBezTo>
                    <a:pt x="537" y="497"/>
                    <a:pt x="537" y="497"/>
                    <a:pt x="537" y="497"/>
                  </a:cubicBezTo>
                  <a:cubicBezTo>
                    <a:pt x="524" y="472"/>
                    <a:pt x="501" y="455"/>
                    <a:pt x="481" y="435"/>
                  </a:cubicBezTo>
                  <a:cubicBezTo>
                    <a:pt x="471" y="426"/>
                    <a:pt x="463" y="415"/>
                    <a:pt x="456" y="404"/>
                  </a:cubicBezTo>
                  <a:cubicBezTo>
                    <a:pt x="500" y="328"/>
                    <a:pt x="540" y="249"/>
                    <a:pt x="569" y="167"/>
                  </a:cubicBezTo>
                  <a:cubicBezTo>
                    <a:pt x="573" y="156"/>
                    <a:pt x="577" y="144"/>
                    <a:pt x="581" y="134"/>
                  </a:cubicBezTo>
                  <a:cubicBezTo>
                    <a:pt x="584" y="126"/>
                    <a:pt x="588" y="119"/>
                    <a:pt x="591" y="112"/>
                  </a:cubicBezTo>
                  <a:cubicBezTo>
                    <a:pt x="599" y="100"/>
                    <a:pt x="607" y="88"/>
                    <a:pt x="613" y="75"/>
                  </a:cubicBezTo>
                  <a:cubicBezTo>
                    <a:pt x="617" y="63"/>
                    <a:pt x="619" y="51"/>
                    <a:pt x="619" y="39"/>
                  </a:cubicBezTo>
                  <a:cubicBezTo>
                    <a:pt x="619" y="36"/>
                    <a:pt x="619" y="34"/>
                    <a:pt x="619" y="31"/>
                  </a:cubicBezTo>
                  <a:cubicBezTo>
                    <a:pt x="620" y="21"/>
                    <a:pt x="620" y="10"/>
                    <a:pt x="620" y="0"/>
                  </a:cubicBezTo>
                  <a:cubicBezTo>
                    <a:pt x="620" y="0"/>
                    <a:pt x="620" y="0"/>
                    <a:pt x="620" y="0"/>
                  </a:cubicBezTo>
                  <a:moveTo>
                    <a:pt x="1397" y="0"/>
                  </a:moveTo>
                  <a:cubicBezTo>
                    <a:pt x="1161" y="0"/>
                    <a:pt x="1161" y="0"/>
                    <a:pt x="1161" y="0"/>
                  </a:cubicBezTo>
                  <a:cubicBezTo>
                    <a:pt x="1162" y="10"/>
                    <a:pt x="1163" y="21"/>
                    <a:pt x="1164" y="31"/>
                  </a:cubicBezTo>
                  <a:cubicBezTo>
                    <a:pt x="1166" y="55"/>
                    <a:pt x="1169" y="78"/>
                    <a:pt x="1169" y="102"/>
                  </a:cubicBezTo>
                  <a:cubicBezTo>
                    <a:pt x="1169" y="112"/>
                    <a:pt x="1169" y="123"/>
                    <a:pt x="1168" y="133"/>
                  </a:cubicBezTo>
                  <a:cubicBezTo>
                    <a:pt x="1166" y="179"/>
                    <a:pt x="1159" y="224"/>
                    <a:pt x="1155" y="269"/>
                  </a:cubicBezTo>
                  <a:cubicBezTo>
                    <a:pt x="1147" y="345"/>
                    <a:pt x="1148" y="421"/>
                    <a:pt x="1149" y="497"/>
                  </a:cubicBezTo>
                  <a:cubicBezTo>
                    <a:pt x="1041" y="498"/>
                    <a:pt x="1041" y="498"/>
                    <a:pt x="1041" y="498"/>
                  </a:cubicBezTo>
                  <a:cubicBezTo>
                    <a:pt x="954" y="499"/>
                    <a:pt x="954" y="499"/>
                    <a:pt x="954" y="499"/>
                  </a:cubicBezTo>
                  <a:cubicBezTo>
                    <a:pt x="1041" y="498"/>
                    <a:pt x="1041" y="498"/>
                    <a:pt x="1041" y="498"/>
                  </a:cubicBezTo>
                  <a:cubicBezTo>
                    <a:pt x="1149" y="497"/>
                    <a:pt x="1149" y="497"/>
                    <a:pt x="1149" y="497"/>
                  </a:cubicBezTo>
                  <a:cubicBezTo>
                    <a:pt x="1208" y="496"/>
                    <a:pt x="1208" y="496"/>
                    <a:pt x="1208" y="496"/>
                  </a:cubicBezTo>
                  <a:cubicBezTo>
                    <a:pt x="1211" y="496"/>
                    <a:pt x="1211" y="496"/>
                    <a:pt x="1211" y="496"/>
                  </a:cubicBezTo>
                  <a:cubicBezTo>
                    <a:pt x="1295" y="495"/>
                    <a:pt x="1295" y="495"/>
                    <a:pt x="1295" y="495"/>
                  </a:cubicBezTo>
                  <a:cubicBezTo>
                    <a:pt x="1302" y="495"/>
                    <a:pt x="1302" y="495"/>
                    <a:pt x="1302" y="495"/>
                  </a:cubicBezTo>
                  <a:cubicBezTo>
                    <a:pt x="1397" y="494"/>
                    <a:pt x="1397" y="494"/>
                    <a:pt x="1397" y="494"/>
                  </a:cubicBezTo>
                  <a:cubicBezTo>
                    <a:pt x="1397" y="0"/>
                    <a:pt x="1397" y="0"/>
                    <a:pt x="1397" y="0"/>
                  </a:cubicBezTo>
                </a:path>
              </a:pathLst>
            </a:custGeom>
            <a:solidFill>
              <a:srgbClr val="3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îṣḻîḓè"/>
            <p:cNvSpPr/>
            <p:nvPr/>
          </p:nvSpPr>
          <p:spPr bwMode="auto">
            <a:xfrm>
              <a:off x="4214813" y="4387851"/>
              <a:ext cx="3876675" cy="223838"/>
            </a:xfrm>
            <a:custGeom>
              <a:avLst/>
              <a:gdLst>
                <a:gd name="T0" fmla="*/ 0 w 2357"/>
                <a:gd name="T1" fmla="*/ 0 h 136"/>
                <a:gd name="T2" fmla="*/ 2357 w 2357"/>
                <a:gd name="T3" fmla="*/ 0 h 136"/>
                <a:gd name="T4" fmla="*/ 2357 w 2357"/>
                <a:gd name="T5" fmla="*/ 58 h 136"/>
                <a:gd name="T6" fmla="*/ 2279 w 2357"/>
                <a:gd name="T7" fmla="*/ 136 h 136"/>
                <a:gd name="T8" fmla="*/ 83 w 2357"/>
                <a:gd name="T9" fmla="*/ 136 h 136"/>
                <a:gd name="T10" fmla="*/ 0 w 2357"/>
                <a:gd name="T11" fmla="*/ 53 h 136"/>
                <a:gd name="T12" fmla="*/ 0 w 2357"/>
                <a:gd name="T1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7" h="136">
                  <a:moveTo>
                    <a:pt x="0" y="0"/>
                  </a:moveTo>
                  <a:cubicBezTo>
                    <a:pt x="2357" y="0"/>
                    <a:pt x="2357" y="0"/>
                    <a:pt x="2357" y="0"/>
                  </a:cubicBezTo>
                  <a:cubicBezTo>
                    <a:pt x="2357" y="58"/>
                    <a:pt x="2357" y="58"/>
                    <a:pt x="2357" y="58"/>
                  </a:cubicBezTo>
                  <a:cubicBezTo>
                    <a:pt x="2357" y="101"/>
                    <a:pt x="2322" y="136"/>
                    <a:pt x="2279" y="136"/>
                  </a:cubicBezTo>
                  <a:cubicBezTo>
                    <a:pt x="83" y="136"/>
                    <a:pt x="83" y="136"/>
                    <a:pt x="83" y="136"/>
                  </a:cubicBezTo>
                  <a:cubicBezTo>
                    <a:pt x="37" y="136"/>
                    <a:pt x="0" y="99"/>
                    <a:pt x="0" y="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iṥḷïdè"/>
            <p:cNvSpPr/>
            <p:nvPr/>
          </p:nvSpPr>
          <p:spPr bwMode="auto">
            <a:xfrm>
              <a:off x="5110163" y="4379913"/>
              <a:ext cx="554038" cy="119063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ïşļiḑè"/>
            <p:cNvSpPr/>
            <p:nvPr/>
          </p:nvSpPr>
          <p:spPr bwMode="auto">
            <a:xfrm>
              <a:off x="5359401" y="3454401"/>
              <a:ext cx="152400" cy="992188"/>
            </a:xfrm>
            <a:custGeom>
              <a:avLst/>
              <a:gdLst>
                <a:gd name="T0" fmla="*/ 4 w 93"/>
                <a:gd name="T1" fmla="*/ 604 h 604"/>
                <a:gd name="T2" fmla="*/ 0 w 93"/>
                <a:gd name="T3" fmla="*/ 430 h 604"/>
                <a:gd name="T4" fmla="*/ 30 w 93"/>
                <a:gd name="T5" fmla="*/ 321 h 604"/>
                <a:gd name="T6" fmla="*/ 87 w 93"/>
                <a:gd name="T7" fmla="*/ 276 h 604"/>
                <a:gd name="T8" fmla="*/ 93 w 93"/>
                <a:gd name="T9" fmla="*/ 236 h 604"/>
                <a:gd name="T10" fmla="*/ 93 w 93"/>
                <a:gd name="T11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" h="604">
                  <a:moveTo>
                    <a:pt x="4" y="604"/>
                  </a:moveTo>
                  <a:cubicBezTo>
                    <a:pt x="0" y="430"/>
                    <a:pt x="0" y="430"/>
                    <a:pt x="0" y="430"/>
                  </a:cubicBezTo>
                  <a:cubicBezTo>
                    <a:pt x="0" y="391"/>
                    <a:pt x="1" y="347"/>
                    <a:pt x="30" y="321"/>
                  </a:cubicBezTo>
                  <a:cubicBezTo>
                    <a:pt x="48" y="304"/>
                    <a:pt x="76" y="297"/>
                    <a:pt x="87" y="276"/>
                  </a:cubicBezTo>
                  <a:cubicBezTo>
                    <a:pt x="93" y="264"/>
                    <a:pt x="93" y="250"/>
                    <a:pt x="93" y="236"/>
                  </a:cubicBezTo>
                  <a:cubicBezTo>
                    <a:pt x="93" y="158"/>
                    <a:pt x="93" y="79"/>
                    <a:pt x="93" y="0"/>
                  </a:cubicBezTo>
                </a:path>
              </a:pathLst>
            </a:custGeom>
            <a:noFill/>
            <a:ln w="39688" cap="flat">
              <a:solidFill>
                <a:srgbClr val="4285F4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í$liḍè"/>
            <p:cNvSpPr/>
            <p:nvPr/>
          </p:nvSpPr>
          <p:spPr bwMode="auto">
            <a:xfrm>
              <a:off x="5440363" y="3332163"/>
              <a:ext cx="127000" cy="247650"/>
            </a:xfrm>
            <a:custGeom>
              <a:avLst/>
              <a:gdLst>
                <a:gd name="T0" fmla="*/ 32 w 78"/>
                <a:gd name="T1" fmla="*/ 0 h 151"/>
                <a:gd name="T2" fmla="*/ 46 w 78"/>
                <a:gd name="T3" fmla="*/ 0 h 151"/>
                <a:gd name="T4" fmla="*/ 78 w 78"/>
                <a:gd name="T5" fmla="*/ 32 h 151"/>
                <a:gd name="T6" fmla="*/ 78 w 78"/>
                <a:gd name="T7" fmla="*/ 119 h 151"/>
                <a:gd name="T8" fmla="*/ 46 w 78"/>
                <a:gd name="T9" fmla="*/ 151 h 151"/>
                <a:gd name="T10" fmla="*/ 32 w 78"/>
                <a:gd name="T11" fmla="*/ 151 h 151"/>
                <a:gd name="T12" fmla="*/ 0 w 78"/>
                <a:gd name="T13" fmla="*/ 119 h 151"/>
                <a:gd name="T14" fmla="*/ 0 w 78"/>
                <a:gd name="T15" fmla="*/ 32 h 151"/>
                <a:gd name="T16" fmla="*/ 32 w 78"/>
                <a:gd name="T17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151">
                  <a:moveTo>
                    <a:pt x="32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64" y="0"/>
                    <a:pt x="78" y="15"/>
                    <a:pt x="78" y="32"/>
                  </a:cubicBezTo>
                  <a:cubicBezTo>
                    <a:pt x="78" y="119"/>
                    <a:pt x="78" y="119"/>
                    <a:pt x="78" y="119"/>
                  </a:cubicBezTo>
                  <a:cubicBezTo>
                    <a:pt x="78" y="137"/>
                    <a:pt x="64" y="151"/>
                    <a:pt x="46" y="151"/>
                  </a:cubicBezTo>
                  <a:cubicBezTo>
                    <a:pt x="32" y="151"/>
                    <a:pt x="32" y="151"/>
                    <a:pt x="32" y="151"/>
                  </a:cubicBezTo>
                  <a:cubicBezTo>
                    <a:pt x="14" y="151"/>
                    <a:pt x="0" y="137"/>
                    <a:pt x="0" y="11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5"/>
                    <a:pt x="14" y="0"/>
                    <a:pt x="32" y="0"/>
                  </a:cubicBez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ïṩḻîḋè"/>
            <p:cNvSpPr/>
            <p:nvPr/>
          </p:nvSpPr>
          <p:spPr bwMode="auto">
            <a:xfrm>
              <a:off x="5446713" y="3106738"/>
              <a:ext cx="1250950" cy="1277938"/>
            </a:xfrm>
            <a:custGeom>
              <a:avLst/>
              <a:gdLst>
                <a:gd name="T0" fmla="*/ 654 w 761"/>
                <a:gd name="T1" fmla="*/ 540 h 778"/>
                <a:gd name="T2" fmla="*/ 574 w 761"/>
                <a:gd name="T3" fmla="*/ 453 h 778"/>
                <a:gd name="T4" fmla="*/ 519 w 761"/>
                <a:gd name="T5" fmla="*/ 396 h 778"/>
                <a:gd name="T6" fmla="*/ 469 w 761"/>
                <a:gd name="T7" fmla="*/ 344 h 778"/>
                <a:gd name="T8" fmla="*/ 226 w 761"/>
                <a:gd name="T9" fmla="*/ 92 h 778"/>
                <a:gd name="T10" fmla="*/ 126 w 761"/>
                <a:gd name="T11" fmla="*/ 15 h 778"/>
                <a:gd name="T12" fmla="*/ 11 w 761"/>
                <a:gd name="T13" fmla="*/ 42 h 778"/>
                <a:gd name="T14" fmla="*/ 2 w 761"/>
                <a:gd name="T15" fmla="*/ 81 h 778"/>
                <a:gd name="T16" fmla="*/ 24 w 761"/>
                <a:gd name="T17" fmla="*/ 113 h 778"/>
                <a:gd name="T18" fmla="*/ 191 w 761"/>
                <a:gd name="T19" fmla="*/ 206 h 778"/>
                <a:gd name="T20" fmla="*/ 243 w 761"/>
                <a:gd name="T21" fmla="*/ 242 h 778"/>
                <a:gd name="T22" fmla="*/ 275 w 761"/>
                <a:gd name="T23" fmla="*/ 288 h 778"/>
                <a:gd name="T24" fmla="*/ 416 w 761"/>
                <a:gd name="T25" fmla="*/ 524 h 778"/>
                <a:gd name="T26" fmla="*/ 446 w 761"/>
                <a:gd name="T27" fmla="*/ 568 h 778"/>
                <a:gd name="T28" fmla="*/ 475 w 761"/>
                <a:gd name="T29" fmla="*/ 598 h 778"/>
                <a:gd name="T30" fmla="*/ 537 w 761"/>
                <a:gd name="T31" fmla="*/ 676 h 778"/>
                <a:gd name="T32" fmla="*/ 642 w 761"/>
                <a:gd name="T33" fmla="*/ 766 h 778"/>
                <a:gd name="T34" fmla="*/ 667 w 761"/>
                <a:gd name="T35" fmla="*/ 778 h 778"/>
                <a:gd name="T36" fmla="*/ 700 w 761"/>
                <a:gd name="T37" fmla="*/ 761 h 778"/>
                <a:gd name="T38" fmla="*/ 754 w 761"/>
                <a:gd name="T39" fmla="*/ 710 h 778"/>
                <a:gd name="T40" fmla="*/ 740 w 761"/>
                <a:gd name="T41" fmla="*/ 662 h 778"/>
                <a:gd name="T42" fmla="*/ 654 w 761"/>
                <a:gd name="T43" fmla="*/ 540 h 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61" h="778">
                  <a:moveTo>
                    <a:pt x="654" y="540"/>
                  </a:moveTo>
                  <a:cubicBezTo>
                    <a:pt x="629" y="510"/>
                    <a:pt x="602" y="482"/>
                    <a:pt x="574" y="453"/>
                  </a:cubicBezTo>
                  <a:cubicBezTo>
                    <a:pt x="519" y="396"/>
                    <a:pt x="519" y="396"/>
                    <a:pt x="519" y="396"/>
                  </a:cubicBezTo>
                  <a:cubicBezTo>
                    <a:pt x="469" y="344"/>
                    <a:pt x="469" y="344"/>
                    <a:pt x="469" y="344"/>
                  </a:cubicBezTo>
                  <a:cubicBezTo>
                    <a:pt x="226" y="92"/>
                    <a:pt x="226" y="92"/>
                    <a:pt x="226" y="92"/>
                  </a:cubicBezTo>
                  <a:cubicBezTo>
                    <a:pt x="197" y="62"/>
                    <a:pt x="166" y="30"/>
                    <a:pt x="126" y="15"/>
                  </a:cubicBezTo>
                  <a:cubicBezTo>
                    <a:pt x="87" y="0"/>
                    <a:pt x="35" y="7"/>
                    <a:pt x="11" y="42"/>
                  </a:cubicBezTo>
                  <a:cubicBezTo>
                    <a:pt x="3" y="53"/>
                    <a:pt x="0" y="67"/>
                    <a:pt x="2" y="81"/>
                  </a:cubicBezTo>
                  <a:cubicBezTo>
                    <a:pt x="5" y="94"/>
                    <a:pt x="14" y="104"/>
                    <a:pt x="24" y="113"/>
                  </a:cubicBezTo>
                  <a:cubicBezTo>
                    <a:pt x="71" y="156"/>
                    <a:pt x="135" y="175"/>
                    <a:pt x="191" y="206"/>
                  </a:cubicBezTo>
                  <a:cubicBezTo>
                    <a:pt x="210" y="215"/>
                    <a:pt x="228" y="227"/>
                    <a:pt x="243" y="242"/>
                  </a:cubicBezTo>
                  <a:cubicBezTo>
                    <a:pt x="255" y="256"/>
                    <a:pt x="266" y="271"/>
                    <a:pt x="275" y="288"/>
                  </a:cubicBezTo>
                  <a:cubicBezTo>
                    <a:pt x="416" y="524"/>
                    <a:pt x="416" y="524"/>
                    <a:pt x="416" y="524"/>
                  </a:cubicBezTo>
                  <a:cubicBezTo>
                    <a:pt x="425" y="539"/>
                    <a:pt x="435" y="554"/>
                    <a:pt x="446" y="568"/>
                  </a:cubicBezTo>
                  <a:cubicBezTo>
                    <a:pt x="455" y="579"/>
                    <a:pt x="465" y="588"/>
                    <a:pt x="475" y="598"/>
                  </a:cubicBezTo>
                  <a:cubicBezTo>
                    <a:pt x="498" y="622"/>
                    <a:pt x="515" y="651"/>
                    <a:pt x="537" y="676"/>
                  </a:cubicBezTo>
                  <a:cubicBezTo>
                    <a:pt x="567" y="710"/>
                    <a:pt x="605" y="738"/>
                    <a:pt x="642" y="766"/>
                  </a:cubicBezTo>
                  <a:cubicBezTo>
                    <a:pt x="649" y="771"/>
                    <a:pt x="658" y="777"/>
                    <a:pt x="667" y="778"/>
                  </a:cubicBezTo>
                  <a:cubicBezTo>
                    <a:pt x="679" y="778"/>
                    <a:pt x="690" y="770"/>
                    <a:pt x="700" y="761"/>
                  </a:cubicBezTo>
                  <a:cubicBezTo>
                    <a:pt x="715" y="748"/>
                    <a:pt x="745" y="729"/>
                    <a:pt x="754" y="710"/>
                  </a:cubicBezTo>
                  <a:cubicBezTo>
                    <a:pt x="761" y="694"/>
                    <a:pt x="748" y="677"/>
                    <a:pt x="740" y="662"/>
                  </a:cubicBezTo>
                  <a:cubicBezTo>
                    <a:pt x="716" y="619"/>
                    <a:pt x="687" y="577"/>
                    <a:pt x="654" y="540"/>
                  </a:cubicBezTo>
                </a:path>
              </a:pathLst>
            </a:custGeom>
            <a:solidFill>
              <a:srgbClr val="FB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islïḓè"/>
            <p:cNvSpPr/>
            <p:nvPr/>
          </p:nvSpPr>
          <p:spPr bwMode="auto">
            <a:xfrm>
              <a:off x="5746751" y="5041901"/>
              <a:ext cx="969963" cy="179388"/>
            </a:xfrm>
            <a:custGeom>
              <a:avLst/>
              <a:gdLst>
                <a:gd name="T0" fmla="*/ 589 w 589"/>
                <a:gd name="T1" fmla="*/ 103 h 110"/>
                <a:gd name="T2" fmla="*/ 235 w 589"/>
                <a:gd name="T3" fmla="*/ 107 h 110"/>
                <a:gd name="T4" fmla="*/ 186 w 589"/>
                <a:gd name="T5" fmla="*/ 108 h 110"/>
                <a:gd name="T6" fmla="*/ 88 w 589"/>
                <a:gd name="T7" fmla="*/ 109 h 110"/>
                <a:gd name="T8" fmla="*/ 84 w 589"/>
                <a:gd name="T9" fmla="*/ 109 h 110"/>
                <a:gd name="T10" fmla="*/ 0 w 589"/>
                <a:gd name="T11" fmla="*/ 110 h 110"/>
                <a:gd name="T12" fmla="*/ 29 w 589"/>
                <a:gd name="T13" fmla="*/ 40 h 110"/>
                <a:gd name="T14" fmla="*/ 54 w 589"/>
                <a:gd name="T15" fmla="*/ 0 h 110"/>
                <a:gd name="T16" fmla="*/ 108 w 589"/>
                <a:gd name="T17" fmla="*/ 4 h 110"/>
                <a:gd name="T18" fmla="*/ 232 w 589"/>
                <a:gd name="T19" fmla="*/ 13 h 110"/>
                <a:gd name="T20" fmla="*/ 546 w 589"/>
                <a:gd name="T21" fmla="*/ 35 h 110"/>
                <a:gd name="T22" fmla="*/ 566 w 589"/>
                <a:gd name="T23" fmla="*/ 41 h 110"/>
                <a:gd name="T24" fmla="*/ 573 w 589"/>
                <a:gd name="T25" fmla="*/ 52 h 110"/>
                <a:gd name="T26" fmla="*/ 589 w 589"/>
                <a:gd name="T27" fmla="*/ 10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9" h="110">
                  <a:moveTo>
                    <a:pt x="589" y="103"/>
                  </a:moveTo>
                  <a:cubicBezTo>
                    <a:pt x="235" y="107"/>
                    <a:pt x="235" y="107"/>
                    <a:pt x="235" y="107"/>
                  </a:cubicBezTo>
                  <a:cubicBezTo>
                    <a:pt x="186" y="108"/>
                    <a:pt x="186" y="108"/>
                    <a:pt x="186" y="108"/>
                  </a:cubicBezTo>
                  <a:cubicBezTo>
                    <a:pt x="88" y="109"/>
                    <a:pt x="88" y="109"/>
                    <a:pt x="88" y="109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8" y="86"/>
                    <a:pt x="17" y="62"/>
                    <a:pt x="29" y="40"/>
                  </a:cubicBezTo>
                  <a:cubicBezTo>
                    <a:pt x="36" y="26"/>
                    <a:pt x="45" y="12"/>
                    <a:pt x="54" y="0"/>
                  </a:cubicBezTo>
                  <a:cubicBezTo>
                    <a:pt x="72" y="1"/>
                    <a:pt x="90" y="3"/>
                    <a:pt x="108" y="4"/>
                  </a:cubicBezTo>
                  <a:cubicBezTo>
                    <a:pt x="149" y="7"/>
                    <a:pt x="190" y="10"/>
                    <a:pt x="232" y="13"/>
                  </a:cubicBezTo>
                  <a:cubicBezTo>
                    <a:pt x="336" y="20"/>
                    <a:pt x="441" y="26"/>
                    <a:pt x="546" y="35"/>
                  </a:cubicBezTo>
                  <a:cubicBezTo>
                    <a:pt x="553" y="36"/>
                    <a:pt x="560" y="37"/>
                    <a:pt x="566" y="41"/>
                  </a:cubicBezTo>
                  <a:cubicBezTo>
                    <a:pt x="569" y="44"/>
                    <a:pt x="571" y="48"/>
                    <a:pt x="573" y="52"/>
                  </a:cubicBezTo>
                  <a:cubicBezTo>
                    <a:pt x="580" y="69"/>
                    <a:pt x="586" y="86"/>
                    <a:pt x="589" y="103"/>
                  </a:cubicBez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îśliḍé"/>
            <p:cNvSpPr/>
            <p:nvPr/>
          </p:nvSpPr>
          <p:spPr bwMode="auto">
            <a:xfrm>
              <a:off x="6273801" y="3224213"/>
              <a:ext cx="406400" cy="396875"/>
            </a:xfrm>
            <a:custGeom>
              <a:avLst/>
              <a:gdLst>
                <a:gd name="T0" fmla="*/ 23 w 247"/>
                <a:gd name="T1" fmla="*/ 241 h 241"/>
                <a:gd name="T2" fmla="*/ 239 w 247"/>
                <a:gd name="T3" fmla="*/ 144 h 241"/>
                <a:gd name="T4" fmla="*/ 230 w 247"/>
                <a:gd name="T5" fmla="*/ 123 h 241"/>
                <a:gd name="T6" fmla="*/ 185 w 247"/>
                <a:gd name="T7" fmla="*/ 97 h 241"/>
                <a:gd name="T8" fmla="*/ 176 w 247"/>
                <a:gd name="T9" fmla="*/ 63 h 241"/>
                <a:gd name="T10" fmla="*/ 167 w 247"/>
                <a:gd name="T11" fmla="*/ 0 h 241"/>
                <a:gd name="T12" fmla="*/ 1 w 247"/>
                <a:gd name="T13" fmla="*/ 55 h 241"/>
                <a:gd name="T14" fmla="*/ 22 w 247"/>
                <a:gd name="T15" fmla="*/ 132 h 241"/>
                <a:gd name="T16" fmla="*/ 23 w 247"/>
                <a:gd name="T17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241">
                  <a:moveTo>
                    <a:pt x="23" y="241"/>
                  </a:moveTo>
                  <a:cubicBezTo>
                    <a:pt x="115" y="212"/>
                    <a:pt x="158" y="195"/>
                    <a:pt x="239" y="144"/>
                  </a:cubicBezTo>
                  <a:cubicBezTo>
                    <a:pt x="222" y="147"/>
                    <a:pt x="247" y="126"/>
                    <a:pt x="230" y="123"/>
                  </a:cubicBezTo>
                  <a:cubicBezTo>
                    <a:pt x="212" y="121"/>
                    <a:pt x="194" y="112"/>
                    <a:pt x="185" y="97"/>
                  </a:cubicBezTo>
                  <a:cubicBezTo>
                    <a:pt x="179" y="87"/>
                    <a:pt x="177" y="75"/>
                    <a:pt x="176" y="63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68" y="7"/>
                    <a:pt x="2" y="8"/>
                    <a:pt x="1" y="55"/>
                  </a:cubicBezTo>
                  <a:cubicBezTo>
                    <a:pt x="0" y="80"/>
                    <a:pt x="18" y="108"/>
                    <a:pt x="22" y="132"/>
                  </a:cubicBezTo>
                  <a:cubicBezTo>
                    <a:pt x="29" y="168"/>
                    <a:pt x="29" y="205"/>
                    <a:pt x="23" y="241"/>
                  </a:cubicBezTo>
                </a:path>
              </a:pathLst>
            </a:custGeom>
            <a:solidFill>
              <a:srgbClr val="FB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îṡḻiḋè"/>
            <p:cNvSpPr/>
            <p:nvPr/>
          </p:nvSpPr>
          <p:spPr bwMode="auto">
            <a:xfrm>
              <a:off x="6275388" y="3224213"/>
              <a:ext cx="314325" cy="290513"/>
            </a:xfrm>
            <a:custGeom>
              <a:avLst/>
              <a:gdLst>
                <a:gd name="T0" fmla="*/ 166 w 191"/>
                <a:gd name="T1" fmla="*/ 0 h 177"/>
                <a:gd name="T2" fmla="*/ 166 w 191"/>
                <a:gd name="T3" fmla="*/ 0 h 177"/>
                <a:gd name="T4" fmla="*/ 124 w 191"/>
                <a:gd name="T5" fmla="*/ 7 h 177"/>
                <a:gd name="T6" fmla="*/ 103 w 191"/>
                <a:gd name="T7" fmla="*/ 10 h 177"/>
                <a:gd name="T8" fmla="*/ 0 w 191"/>
                <a:gd name="T9" fmla="*/ 55 h 177"/>
                <a:gd name="T10" fmla="*/ 0 w 191"/>
                <a:gd name="T11" fmla="*/ 57 h 177"/>
                <a:gd name="T12" fmla="*/ 21 w 191"/>
                <a:gd name="T13" fmla="*/ 132 h 177"/>
                <a:gd name="T14" fmla="*/ 26 w 191"/>
                <a:gd name="T15" fmla="*/ 177 h 177"/>
                <a:gd name="T16" fmla="*/ 26 w 191"/>
                <a:gd name="T17" fmla="*/ 177 h 177"/>
                <a:gd name="T18" fmla="*/ 186 w 191"/>
                <a:gd name="T19" fmla="*/ 107 h 177"/>
                <a:gd name="T20" fmla="*/ 191 w 191"/>
                <a:gd name="T21" fmla="*/ 106 h 177"/>
                <a:gd name="T22" fmla="*/ 191 w 191"/>
                <a:gd name="T23" fmla="*/ 106 h 177"/>
                <a:gd name="T24" fmla="*/ 184 w 191"/>
                <a:gd name="T25" fmla="*/ 97 h 177"/>
                <a:gd name="T26" fmla="*/ 175 w 191"/>
                <a:gd name="T27" fmla="*/ 63 h 177"/>
                <a:gd name="T28" fmla="*/ 166 w 191"/>
                <a:gd name="T29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1" h="177">
                  <a:moveTo>
                    <a:pt x="166" y="0"/>
                  </a:moveTo>
                  <a:cubicBezTo>
                    <a:pt x="166" y="0"/>
                    <a:pt x="166" y="0"/>
                    <a:pt x="166" y="0"/>
                  </a:cubicBezTo>
                  <a:cubicBezTo>
                    <a:pt x="166" y="2"/>
                    <a:pt x="148" y="4"/>
                    <a:pt x="124" y="7"/>
                  </a:cubicBezTo>
                  <a:cubicBezTo>
                    <a:pt x="117" y="8"/>
                    <a:pt x="110" y="9"/>
                    <a:pt x="103" y="10"/>
                  </a:cubicBezTo>
                  <a:cubicBezTo>
                    <a:pt x="56" y="16"/>
                    <a:pt x="1" y="28"/>
                    <a:pt x="0" y="55"/>
                  </a:cubicBezTo>
                  <a:cubicBezTo>
                    <a:pt x="0" y="56"/>
                    <a:pt x="0" y="56"/>
                    <a:pt x="0" y="57"/>
                  </a:cubicBezTo>
                  <a:cubicBezTo>
                    <a:pt x="0" y="81"/>
                    <a:pt x="17" y="108"/>
                    <a:pt x="21" y="132"/>
                  </a:cubicBezTo>
                  <a:cubicBezTo>
                    <a:pt x="24" y="147"/>
                    <a:pt x="26" y="162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80" y="140"/>
                    <a:pt x="115" y="123"/>
                    <a:pt x="186" y="107"/>
                  </a:cubicBezTo>
                  <a:cubicBezTo>
                    <a:pt x="188" y="106"/>
                    <a:pt x="189" y="106"/>
                    <a:pt x="191" y="106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88" y="103"/>
                    <a:pt x="186" y="100"/>
                    <a:pt x="184" y="97"/>
                  </a:cubicBezTo>
                  <a:cubicBezTo>
                    <a:pt x="178" y="87"/>
                    <a:pt x="176" y="75"/>
                    <a:pt x="175" y="63"/>
                  </a:cubicBezTo>
                  <a:cubicBezTo>
                    <a:pt x="166" y="0"/>
                    <a:pt x="166" y="0"/>
                    <a:pt x="166" y="0"/>
                  </a:cubicBezTo>
                </a:path>
              </a:pathLst>
            </a:custGeom>
            <a:solidFill>
              <a:srgbClr val="E1A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iŝḻiḍè"/>
            <p:cNvSpPr/>
            <p:nvPr/>
          </p:nvSpPr>
          <p:spPr bwMode="auto">
            <a:xfrm>
              <a:off x="5754688" y="3397251"/>
              <a:ext cx="1177925" cy="1822450"/>
            </a:xfrm>
            <a:custGeom>
              <a:avLst/>
              <a:gdLst>
                <a:gd name="T0" fmla="*/ 713 w 717"/>
                <a:gd name="T1" fmla="*/ 708 h 1110"/>
                <a:gd name="T2" fmla="*/ 712 w 717"/>
                <a:gd name="T3" fmla="*/ 739 h 1110"/>
                <a:gd name="T4" fmla="*/ 699 w 717"/>
                <a:gd name="T5" fmla="*/ 875 h 1110"/>
                <a:gd name="T6" fmla="*/ 693 w 717"/>
                <a:gd name="T7" fmla="*/ 1103 h 1110"/>
                <a:gd name="T8" fmla="*/ 585 w 717"/>
                <a:gd name="T9" fmla="*/ 1104 h 1110"/>
                <a:gd name="T10" fmla="*/ 231 w 717"/>
                <a:gd name="T11" fmla="*/ 1108 h 1110"/>
                <a:gd name="T12" fmla="*/ 182 w 717"/>
                <a:gd name="T13" fmla="*/ 1109 h 1110"/>
                <a:gd name="T14" fmla="*/ 84 w 717"/>
                <a:gd name="T15" fmla="*/ 1110 h 1110"/>
                <a:gd name="T16" fmla="*/ 81 w 717"/>
                <a:gd name="T17" fmla="*/ 1103 h 1110"/>
                <a:gd name="T18" fmla="*/ 81 w 717"/>
                <a:gd name="T19" fmla="*/ 1103 h 1110"/>
                <a:gd name="T20" fmla="*/ 25 w 717"/>
                <a:gd name="T21" fmla="*/ 1041 h 1110"/>
                <a:gd name="T22" fmla="*/ 0 w 717"/>
                <a:gd name="T23" fmla="*/ 1010 h 1110"/>
                <a:gd name="T24" fmla="*/ 113 w 717"/>
                <a:gd name="T25" fmla="*/ 773 h 1110"/>
                <a:gd name="T26" fmla="*/ 125 w 717"/>
                <a:gd name="T27" fmla="*/ 740 h 1110"/>
                <a:gd name="T28" fmla="*/ 135 w 717"/>
                <a:gd name="T29" fmla="*/ 718 h 1110"/>
                <a:gd name="T30" fmla="*/ 157 w 717"/>
                <a:gd name="T31" fmla="*/ 681 h 1110"/>
                <a:gd name="T32" fmla="*/ 163 w 717"/>
                <a:gd name="T33" fmla="*/ 645 h 1110"/>
                <a:gd name="T34" fmla="*/ 163 w 717"/>
                <a:gd name="T35" fmla="*/ 637 h 1110"/>
                <a:gd name="T36" fmla="*/ 164 w 717"/>
                <a:gd name="T37" fmla="*/ 606 h 1110"/>
                <a:gd name="T38" fmla="*/ 164 w 717"/>
                <a:gd name="T39" fmla="*/ 603 h 1110"/>
                <a:gd name="T40" fmla="*/ 162 w 717"/>
                <a:gd name="T41" fmla="*/ 565 h 1110"/>
                <a:gd name="T42" fmla="*/ 160 w 717"/>
                <a:gd name="T43" fmla="*/ 480 h 1110"/>
                <a:gd name="T44" fmla="*/ 221 w 717"/>
                <a:gd name="T45" fmla="*/ 332 h 1110"/>
                <a:gd name="T46" fmla="*/ 227 w 717"/>
                <a:gd name="T47" fmla="*/ 318 h 1110"/>
                <a:gd name="T48" fmla="*/ 235 w 717"/>
                <a:gd name="T49" fmla="*/ 296 h 1110"/>
                <a:gd name="T50" fmla="*/ 289 w 717"/>
                <a:gd name="T51" fmla="*/ 174 h 1110"/>
                <a:gd name="T52" fmla="*/ 296 w 717"/>
                <a:gd name="T53" fmla="*/ 165 h 1110"/>
                <a:gd name="T54" fmla="*/ 329 w 717"/>
                <a:gd name="T55" fmla="*/ 127 h 1110"/>
                <a:gd name="T56" fmla="*/ 321 w 717"/>
                <a:gd name="T57" fmla="*/ 87 h 1110"/>
                <a:gd name="T58" fmla="*/ 343 w 717"/>
                <a:gd name="T59" fmla="*/ 72 h 1110"/>
                <a:gd name="T60" fmla="*/ 503 w 717"/>
                <a:gd name="T61" fmla="*/ 2 h 1110"/>
                <a:gd name="T62" fmla="*/ 508 w 717"/>
                <a:gd name="T63" fmla="*/ 1 h 1110"/>
                <a:gd name="T64" fmla="*/ 522 w 717"/>
                <a:gd name="T65" fmla="*/ 1 h 1110"/>
                <a:gd name="T66" fmla="*/ 535 w 717"/>
                <a:gd name="T67" fmla="*/ 8 h 1110"/>
                <a:gd name="T68" fmla="*/ 637 w 717"/>
                <a:gd name="T69" fmla="*/ 111 h 1110"/>
                <a:gd name="T70" fmla="*/ 666 w 717"/>
                <a:gd name="T71" fmla="*/ 175 h 1110"/>
                <a:gd name="T72" fmla="*/ 704 w 717"/>
                <a:gd name="T73" fmla="*/ 297 h 1110"/>
                <a:gd name="T74" fmla="*/ 717 w 717"/>
                <a:gd name="T75" fmla="*/ 370 h 1110"/>
                <a:gd name="T76" fmla="*/ 704 w 717"/>
                <a:gd name="T77" fmla="*/ 580 h 1110"/>
                <a:gd name="T78" fmla="*/ 705 w 717"/>
                <a:gd name="T79" fmla="*/ 603 h 1110"/>
                <a:gd name="T80" fmla="*/ 705 w 717"/>
                <a:gd name="T81" fmla="*/ 606 h 1110"/>
                <a:gd name="T82" fmla="*/ 708 w 717"/>
                <a:gd name="T83" fmla="*/ 637 h 1110"/>
                <a:gd name="T84" fmla="*/ 713 w 717"/>
                <a:gd name="T85" fmla="*/ 708 h 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17" h="1110">
                  <a:moveTo>
                    <a:pt x="713" y="708"/>
                  </a:moveTo>
                  <a:cubicBezTo>
                    <a:pt x="713" y="718"/>
                    <a:pt x="713" y="729"/>
                    <a:pt x="712" y="739"/>
                  </a:cubicBezTo>
                  <a:cubicBezTo>
                    <a:pt x="710" y="785"/>
                    <a:pt x="703" y="830"/>
                    <a:pt x="699" y="875"/>
                  </a:cubicBezTo>
                  <a:cubicBezTo>
                    <a:pt x="691" y="951"/>
                    <a:pt x="692" y="1027"/>
                    <a:pt x="693" y="1103"/>
                  </a:cubicBezTo>
                  <a:cubicBezTo>
                    <a:pt x="585" y="1104"/>
                    <a:pt x="585" y="1104"/>
                    <a:pt x="585" y="1104"/>
                  </a:cubicBezTo>
                  <a:cubicBezTo>
                    <a:pt x="231" y="1108"/>
                    <a:pt x="231" y="1108"/>
                    <a:pt x="231" y="1108"/>
                  </a:cubicBezTo>
                  <a:cubicBezTo>
                    <a:pt x="182" y="1109"/>
                    <a:pt x="182" y="1109"/>
                    <a:pt x="182" y="1109"/>
                  </a:cubicBezTo>
                  <a:cubicBezTo>
                    <a:pt x="84" y="1110"/>
                    <a:pt x="84" y="1110"/>
                    <a:pt x="84" y="1110"/>
                  </a:cubicBezTo>
                  <a:cubicBezTo>
                    <a:pt x="83" y="1108"/>
                    <a:pt x="82" y="1105"/>
                    <a:pt x="81" y="1103"/>
                  </a:cubicBezTo>
                  <a:cubicBezTo>
                    <a:pt x="81" y="1103"/>
                    <a:pt x="81" y="1103"/>
                    <a:pt x="81" y="1103"/>
                  </a:cubicBezTo>
                  <a:cubicBezTo>
                    <a:pt x="68" y="1078"/>
                    <a:pt x="45" y="1061"/>
                    <a:pt x="25" y="1041"/>
                  </a:cubicBezTo>
                  <a:cubicBezTo>
                    <a:pt x="15" y="1032"/>
                    <a:pt x="7" y="1021"/>
                    <a:pt x="0" y="1010"/>
                  </a:cubicBezTo>
                  <a:cubicBezTo>
                    <a:pt x="44" y="934"/>
                    <a:pt x="84" y="855"/>
                    <a:pt x="113" y="773"/>
                  </a:cubicBezTo>
                  <a:cubicBezTo>
                    <a:pt x="117" y="762"/>
                    <a:pt x="121" y="750"/>
                    <a:pt x="125" y="740"/>
                  </a:cubicBezTo>
                  <a:cubicBezTo>
                    <a:pt x="128" y="732"/>
                    <a:pt x="132" y="725"/>
                    <a:pt x="135" y="718"/>
                  </a:cubicBezTo>
                  <a:cubicBezTo>
                    <a:pt x="143" y="706"/>
                    <a:pt x="151" y="694"/>
                    <a:pt x="157" y="681"/>
                  </a:cubicBezTo>
                  <a:cubicBezTo>
                    <a:pt x="161" y="669"/>
                    <a:pt x="163" y="657"/>
                    <a:pt x="163" y="645"/>
                  </a:cubicBezTo>
                  <a:cubicBezTo>
                    <a:pt x="163" y="642"/>
                    <a:pt x="163" y="640"/>
                    <a:pt x="163" y="637"/>
                  </a:cubicBezTo>
                  <a:cubicBezTo>
                    <a:pt x="164" y="627"/>
                    <a:pt x="164" y="616"/>
                    <a:pt x="164" y="606"/>
                  </a:cubicBezTo>
                  <a:cubicBezTo>
                    <a:pt x="164" y="605"/>
                    <a:pt x="164" y="604"/>
                    <a:pt x="164" y="603"/>
                  </a:cubicBezTo>
                  <a:cubicBezTo>
                    <a:pt x="164" y="591"/>
                    <a:pt x="163" y="578"/>
                    <a:pt x="162" y="565"/>
                  </a:cubicBezTo>
                  <a:cubicBezTo>
                    <a:pt x="160" y="537"/>
                    <a:pt x="157" y="508"/>
                    <a:pt x="160" y="480"/>
                  </a:cubicBezTo>
                  <a:cubicBezTo>
                    <a:pt x="167" y="427"/>
                    <a:pt x="198" y="381"/>
                    <a:pt x="221" y="332"/>
                  </a:cubicBezTo>
                  <a:cubicBezTo>
                    <a:pt x="223" y="328"/>
                    <a:pt x="225" y="323"/>
                    <a:pt x="227" y="318"/>
                  </a:cubicBezTo>
                  <a:cubicBezTo>
                    <a:pt x="230" y="311"/>
                    <a:pt x="232" y="304"/>
                    <a:pt x="235" y="296"/>
                  </a:cubicBezTo>
                  <a:cubicBezTo>
                    <a:pt x="250" y="254"/>
                    <a:pt x="261" y="209"/>
                    <a:pt x="289" y="174"/>
                  </a:cubicBezTo>
                  <a:cubicBezTo>
                    <a:pt x="291" y="171"/>
                    <a:pt x="294" y="168"/>
                    <a:pt x="296" y="165"/>
                  </a:cubicBezTo>
                  <a:cubicBezTo>
                    <a:pt x="308" y="153"/>
                    <a:pt x="322" y="142"/>
                    <a:pt x="329" y="127"/>
                  </a:cubicBezTo>
                  <a:cubicBezTo>
                    <a:pt x="336" y="111"/>
                    <a:pt x="338" y="91"/>
                    <a:pt x="321" y="87"/>
                  </a:cubicBezTo>
                  <a:cubicBezTo>
                    <a:pt x="329" y="82"/>
                    <a:pt x="336" y="77"/>
                    <a:pt x="343" y="72"/>
                  </a:cubicBezTo>
                  <a:cubicBezTo>
                    <a:pt x="397" y="35"/>
                    <a:pt x="432" y="18"/>
                    <a:pt x="503" y="2"/>
                  </a:cubicBezTo>
                  <a:cubicBezTo>
                    <a:pt x="505" y="1"/>
                    <a:pt x="506" y="1"/>
                    <a:pt x="508" y="1"/>
                  </a:cubicBezTo>
                  <a:cubicBezTo>
                    <a:pt x="513" y="0"/>
                    <a:pt x="517" y="0"/>
                    <a:pt x="522" y="1"/>
                  </a:cubicBezTo>
                  <a:cubicBezTo>
                    <a:pt x="527" y="2"/>
                    <a:pt x="531" y="5"/>
                    <a:pt x="535" y="8"/>
                  </a:cubicBezTo>
                  <a:cubicBezTo>
                    <a:pt x="578" y="38"/>
                    <a:pt x="619" y="62"/>
                    <a:pt x="637" y="111"/>
                  </a:cubicBezTo>
                  <a:cubicBezTo>
                    <a:pt x="643" y="129"/>
                    <a:pt x="663" y="157"/>
                    <a:pt x="666" y="175"/>
                  </a:cubicBezTo>
                  <a:cubicBezTo>
                    <a:pt x="673" y="218"/>
                    <a:pt x="692" y="256"/>
                    <a:pt x="704" y="297"/>
                  </a:cubicBezTo>
                  <a:cubicBezTo>
                    <a:pt x="712" y="320"/>
                    <a:pt x="717" y="345"/>
                    <a:pt x="717" y="370"/>
                  </a:cubicBezTo>
                  <a:cubicBezTo>
                    <a:pt x="716" y="440"/>
                    <a:pt x="702" y="510"/>
                    <a:pt x="704" y="580"/>
                  </a:cubicBezTo>
                  <a:cubicBezTo>
                    <a:pt x="704" y="588"/>
                    <a:pt x="705" y="596"/>
                    <a:pt x="705" y="603"/>
                  </a:cubicBezTo>
                  <a:cubicBezTo>
                    <a:pt x="705" y="604"/>
                    <a:pt x="705" y="605"/>
                    <a:pt x="705" y="606"/>
                  </a:cubicBezTo>
                  <a:cubicBezTo>
                    <a:pt x="706" y="616"/>
                    <a:pt x="707" y="627"/>
                    <a:pt x="708" y="637"/>
                  </a:cubicBezTo>
                  <a:cubicBezTo>
                    <a:pt x="710" y="661"/>
                    <a:pt x="713" y="684"/>
                    <a:pt x="713" y="708"/>
                  </a:cubicBezTo>
                </a:path>
              </a:pathLst>
            </a:custGeom>
            <a:solidFill>
              <a:srgbClr val="5651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iṡlíḓe"/>
            <p:cNvSpPr/>
            <p:nvPr/>
          </p:nvSpPr>
          <p:spPr bwMode="auto">
            <a:xfrm>
              <a:off x="5884863" y="4162426"/>
              <a:ext cx="503238" cy="1055688"/>
            </a:xfrm>
            <a:custGeom>
              <a:avLst/>
              <a:gdLst>
                <a:gd name="T0" fmla="*/ 305 w 306"/>
                <a:gd name="T1" fmla="*/ 67 h 643"/>
                <a:gd name="T2" fmla="*/ 305 w 306"/>
                <a:gd name="T3" fmla="*/ 68 h 643"/>
                <a:gd name="T4" fmla="*/ 302 w 306"/>
                <a:gd name="T5" fmla="*/ 112 h 643"/>
                <a:gd name="T6" fmla="*/ 302 w 306"/>
                <a:gd name="T7" fmla="*/ 120 h 643"/>
                <a:gd name="T8" fmla="*/ 300 w 306"/>
                <a:gd name="T9" fmla="*/ 137 h 643"/>
                <a:gd name="T10" fmla="*/ 299 w 306"/>
                <a:gd name="T11" fmla="*/ 140 h 643"/>
                <a:gd name="T12" fmla="*/ 295 w 306"/>
                <a:gd name="T13" fmla="*/ 171 h 643"/>
                <a:gd name="T14" fmla="*/ 287 w 306"/>
                <a:gd name="T15" fmla="*/ 203 h 643"/>
                <a:gd name="T16" fmla="*/ 263 w 306"/>
                <a:gd name="T17" fmla="*/ 273 h 643"/>
                <a:gd name="T18" fmla="*/ 256 w 306"/>
                <a:gd name="T19" fmla="*/ 297 h 643"/>
                <a:gd name="T20" fmla="*/ 247 w 306"/>
                <a:gd name="T21" fmla="*/ 338 h 643"/>
                <a:gd name="T22" fmla="*/ 226 w 306"/>
                <a:gd name="T23" fmla="*/ 387 h 643"/>
                <a:gd name="T24" fmla="*/ 148 w 306"/>
                <a:gd name="T25" fmla="*/ 548 h 643"/>
                <a:gd name="T26" fmla="*/ 105 w 306"/>
                <a:gd name="T27" fmla="*/ 635 h 643"/>
                <a:gd name="T28" fmla="*/ 102 w 306"/>
                <a:gd name="T29" fmla="*/ 642 h 643"/>
                <a:gd name="T30" fmla="*/ 4 w 306"/>
                <a:gd name="T31" fmla="*/ 643 h 643"/>
                <a:gd name="T32" fmla="*/ 0 w 306"/>
                <a:gd name="T33" fmla="*/ 643 h 643"/>
                <a:gd name="T34" fmla="*/ 1 w 306"/>
                <a:gd name="T35" fmla="*/ 637 h 643"/>
                <a:gd name="T36" fmla="*/ 24 w 306"/>
                <a:gd name="T37" fmla="*/ 539 h 643"/>
                <a:gd name="T38" fmla="*/ 46 w 306"/>
                <a:gd name="T39" fmla="*/ 442 h 643"/>
                <a:gd name="T40" fmla="*/ 62 w 306"/>
                <a:gd name="T41" fmla="*/ 371 h 643"/>
                <a:gd name="T42" fmla="*/ 80 w 306"/>
                <a:gd name="T43" fmla="*/ 294 h 643"/>
                <a:gd name="T44" fmla="*/ 85 w 306"/>
                <a:gd name="T45" fmla="*/ 273 h 643"/>
                <a:gd name="T46" fmla="*/ 109 w 306"/>
                <a:gd name="T47" fmla="*/ 179 h 643"/>
                <a:gd name="T48" fmla="*/ 111 w 306"/>
                <a:gd name="T49" fmla="*/ 171 h 643"/>
                <a:gd name="T50" fmla="*/ 122 w 306"/>
                <a:gd name="T51" fmla="*/ 140 h 643"/>
                <a:gd name="T52" fmla="*/ 122 w 306"/>
                <a:gd name="T53" fmla="*/ 137 h 643"/>
                <a:gd name="T54" fmla="*/ 154 w 306"/>
                <a:gd name="T55" fmla="*/ 62 h 643"/>
                <a:gd name="T56" fmla="*/ 154 w 306"/>
                <a:gd name="T57" fmla="*/ 60 h 643"/>
                <a:gd name="T58" fmla="*/ 154 w 306"/>
                <a:gd name="T59" fmla="*/ 60 h 643"/>
                <a:gd name="T60" fmla="*/ 165 w 306"/>
                <a:gd name="T61" fmla="*/ 40 h 643"/>
                <a:gd name="T62" fmla="*/ 198 w 306"/>
                <a:gd name="T63" fmla="*/ 3 h 643"/>
                <a:gd name="T64" fmla="*/ 256 w 306"/>
                <a:gd name="T65" fmla="*/ 16 h 643"/>
                <a:gd name="T66" fmla="*/ 270 w 306"/>
                <a:gd name="T67" fmla="*/ 20 h 643"/>
                <a:gd name="T68" fmla="*/ 301 w 306"/>
                <a:gd name="T69" fmla="*/ 39 h 643"/>
                <a:gd name="T70" fmla="*/ 305 w 306"/>
                <a:gd name="T71" fmla="*/ 67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6" h="643">
                  <a:moveTo>
                    <a:pt x="305" y="67"/>
                  </a:moveTo>
                  <a:cubicBezTo>
                    <a:pt x="305" y="67"/>
                    <a:pt x="305" y="68"/>
                    <a:pt x="305" y="68"/>
                  </a:cubicBezTo>
                  <a:cubicBezTo>
                    <a:pt x="304" y="83"/>
                    <a:pt x="304" y="98"/>
                    <a:pt x="302" y="112"/>
                  </a:cubicBezTo>
                  <a:cubicBezTo>
                    <a:pt x="302" y="115"/>
                    <a:pt x="302" y="118"/>
                    <a:pt x="302" y="120"/>
                  </a:cubicBezTo>
                  <a:cubicBezTo>
                    <a:pt x="301" y="126"/>
                    <a:pt x="300" y="131"/>
                    <a:pt x="300" y="137"/>
                  </a:cubicBezTo>
                  <a:cubicBezTo>
                    <a:pt x="300" y="138"/>
                    <a:pt x="300" y="139"/>
                    <a:pt x="299" y="140"/>
                  </a:cubicBezTo>
                  <a:cubicBezTo>
                    <a:pt x="298" y="150"/>
                    <a:pt x="297" y="161"/>
                    <a:pt x="295" y="171"/>
                  </a:cubicBezTo>
                  <a:cubicBezTo>
                    <a:pt x="293" y="182"/>
                    <a:pt x="290" y="193"/>
                    <a:pt x="287" y="203"/>
                  </a:cubicBezTo>
                  <a:cubicBezTo>
                    <a:pt x="280" y="227"/>
                    <a:pt x="271" y="250"/>
                    <a:pt x="263" y="273"/>
                  </a:cubicBezTo>
                  <a:cubicBezTo>
                    <a:pt x="261" y="281"/>
                    <a:pt x="258" y="289"/>
                    <a:pt x="256" y="297"/>
                  </a:cubicBezTo>
                  <a:cubicBezTo>
                    <a:pt x="253" y="311"/>
                    <a:pt x="251" y="325"/>
                    <a:pt x="247" y="338"/>
                  </a:cubicBezTo>
                  <a:cubicBezTo>
                    <a:pt x="241" y="355"/>
                    <a:pt x="234" y="371"/>
                    <a:pt x="226" y="387"/>
                  </a:cubicBezTo>
                  <a:cubicBezTo>
                    <a:pt x="148" y="548"/>
                    <a:pt x="148" y="548"/>
                    <a:pt x="148" y="548"/>
                  </a:cubicBezTo>
                  <a:cubicBezTo>
                    <a:pt x="134" y="577"/>
                    <a:pt x="119" y="606"/>
                    <a:pt x="105" y="635"/>
                  </a:cubicBezTo>
                  <a:cubicBezTo>
                    <a:pt x="104" y="637"/>
                    <a:pt x="103" y="640"/>
                    <a:pt x="102" y="642"/>
                  </a:cubicBezTo>
                  <a:cubicBezTo>
                    <a:pt x="4" y="643"/>
                    <a:pt x="4" y="643"/>
                    <a:pt x="4" y="643"/>
                  </a:cubicBezTo>
                  <a:cubicBezTo>
                    <a:pt x="0" y="643"/>
                    <a:pt x="0" y="643"/>
                    <a:pt x="0" y="643"/>
                  </a:cubicBezTo>
                  <a:cubicBezTo>
                    <a:pt x="0" y="641"/>
                    <a:pt x="1" y="639"/>
                    <a:pt x="1" y="637"/>
                  </a:cubicBezTo>
                  <a:cubicBezTo>
                    <a:pt x="9" y="604"/>
                    <a:pt x="16" y="571"/>
                    <a:pt x="24" y="539"/>
                  </a:cubicBezTo>
                  <a:cubicBezTo>
                    <a:pt x="31" y="506"/>
                    <a:pt x="39" y="474"/>
                    <a:pt x="46" y="442"/>
                  </a:cubicBezTo>
                  <a:cubicBezTo>
                    <a:pt x="51" y="419"/>
                    <a:pt x="57" y="395"/>
                    <a:pt x="62" y="371"/>
                  </a:cubicBezTo>
                  <a:cubicBezTo>
                    <a:pt x="68" y="346"/>
                    <a:pt x="74" y="320"/>
                    <a:pt x="80" y="294"/>
                  </a:cubicBezTo>
                  <a:cubicBezTo>
                    <a:pt x="82" y="287"/>
                    <a:pt x="83" y="280"/>
                    <a:pt x="85" y="273"/>
                  </a:cubicBezTo>
                  <a:cubicBezTo>
                    <a:pt x="92" y="242"/>
                    <a:pt x="100" y="210"/>
                    <a:pt x="109" y="179"/>
                  </a:cubicBezTo>
                  <a:cubicBezTo>
                    <a:pt x="110" y="177"/>
                    <a:pt x="110" y="174"/>
                    <a:pt x="111" y="171"/>
                  </a:cubicBezTo>
                  <a:cubicBezTo>
                    <a:pt x="114" y="161"/>
                    <a:pt x="118" y="150"/>
                    <a:pt x="122" y="140"/>
                  </a:cubicBezTo>
                  <a:cubicBezTo>
                    <a:pt x="122" y="139"/>
                    <a:pt x="122" y="138"/>
                    <a:pt x="122" y="137"/>
                  </a:cubicBezTo>
                  <a:cubicBezTo>
                    <a:pt x="131" y="111"/>
                    <a:pt x="142" y="86"/>
                    <a:pt x="154" y="62"/>
                  </a:cubicBezTo>
                  <a:cubicBezTo>
                    <a:pt x="154" y="61"/>
                    <a:pt x="154" y="61"/>
                    <a:pt x="154" y="60"/>
                  </a:cubicBezTo>
                  <a:cubicBezTo>
                    <a:pt x="155" y="60"/>
                    <a:pt x="154" y="60"/>
                    <a:pt x="154" y="60"/>
                  </a:cubicBezTo>
                  <a:cubicBezTo>
                    <a:pt x="158" y="53"/>
                    <a:pt x="161" y="47"/>
                    <a:pt x="165" y="40"/>
                  </a:cubicBezTo>
                  <a:cubicBezTo>
                    <a:pt x="173" y="26"/>
                    <a:pt x="180" y="6"/>
                    <a:pt x="198" y="3"/>
                  </a:cubicBezTo>
                  <a:cubicBezTo>
                    <a:pt x="214" y="0"/>
                    <a:pt x="237" y="9"/>
                    <a:pt x="256" y="16"/>
                  </a:cubicBezTo>
                  <a:cubicBezTo>
                    <a:pt x="261" y="18"/>
                    <a:pt x="266" y="19"/>
                    <a:pt x="270" y="20"/>
                  </a:cubicBezTo>
                  <a:cubicBezTo>
                    <a:pt x="282" y="24"/>
                    <a:pt x="295" y="28"/>
                    <a:pt x="301" y="39"/>
                  </a:cubicBezTo>
                  <a:cubicBezTo>
                    <a:pt x="306" y="47"/>
                    <a:pt x="306" y="57"/>
                    <a:pt x="305" y="67"/>
                  </a:cubicBezTo>
                </a:path>
              </a:pathLst>
            </a:custGeom>
            <a:solidFill>
              <a:srgbClr val="FB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íṩliďê"/>
            <p:cNvSpPr/>
            <p:nvPr/>
          </p:nvSpPr>
          <p:spPr bwMode="auto">
            <a:xfrm>
              <a:off x="6116638" y="3679826"/>
              <a:ext cx="500063" cy="700088"/>
            </a:xfrm>
            <a:custGeom>
              <a:avLst/>
              <a:gdLst>
                <a:gd name="T0" fmla="*/ 152 w 304"/>
                <a:gd name="T1" fmla="*/ 0 h 426"/>
                <a:gd name="T2" fmla="*/ 72 w 304"/>
                <a:gd name="T3" fmla="*/ 28 h 426"/>
                <a:gd name="T4" fmla="*/ 32 w 304"/>
                <a:gd name="T5" fmla="*/ 103 h 426"/>
                <a:gd name="T6" fmla="*/ 12 w 304"/>
                <a:gd name="T7" fmla="*/ 348 h 426"/>
                <a:gd name="T8" fmla="*/ 13 w 304"/>
                <a:gd name="T9" fmla="*/ 354 h 426"/>
                <a:gd name="T10" fmla="*/ 14 w 304"/>
                <a:gd name="T11" fmla="*/ 354 h 426"/>
                <a:gd name="T12" fmla="*/ 14 w 304"/>
                <a:gd name="T13" fmla="*/ 354 h 426"/>
                <a:gd name="T14" fmla="*/ 14 w 304"/>
                <a:gd name="T15" fmla="*/ 354 h 426"/>
                <a:gd name="T16" fmla="*/ 14 w 304"/>
                <a:gd name="T17" fmla="*/ 354 h 426"/>
                <a:gd name="T18" fmla="*/ 14 w 304"/>
                <a:gd name="T19" fmla="*/ 354 h 426"/>
                <a:gd name="T20" fmla="*/ 14 w 304"/>
                <a:gd name="T21" fmla="*/ 354 h 426"/>
                <a:gd name="T22" fmla="*/ 14 w 304"/>
                <a:gd name="T23" fmla="*/ 354 h 426"/>
                <a:gd name="T24" fmla="*/ 14 w 304"/>
                <a:gd name="T25" fmla="*/ 354 h 426"/>
                <a:gd name="T26" fmla="*/ 14 w 304"/>
                <a:gd name="T27" fmla="*/ 354 h 426"/>
                <a:gd name="T28" fmla="*/ 14 w 304"/>
                <a:gd name="T29" fmla="*/ 354 h 426"/>
                <a:gd name="T30" fmla="*/ 14 w 304"/>
                <a:gd name="T31" fmla="*/ 354 h 426"/>
                <a:gd name="T32" fmla="*/ 14 w 304"/>
                <a:gd name="T33" fmla="*/ 354 h 426"/>
                <a:gd name="T34" fmla="*/ 14 w 304"/>
                <a:gd name="T35" fmla="*/ 354 h 426"/>
                <a:gd name="T36" fmla="*/ 14 w 304"/>
                <a:gd name="T37" fmla="*/ 354 h 426"/>
                <a:gd name="T38" fmla="*/ 14 w 304"/>
                <a:gd name="T39" fmla="*/ 354 h 426"/>
                <a:gd name="T40" fmla="*/ 13 w 304"/>
                <a:gd name="T41" fmla="*/ 354 h 426"/>
                <a:gd name="T42" fmla="*/ 14 w 304"/>
                <a:gd name="T43" fmla="*/ 354 h 426"/>
                <a:gd name="T44" fmla="*/ 24 w 304"/>
                <a:gd name="T45" fmla="*/ 334 h 426"/>
                <a:gd name="T46" fmla="*/ 57 w 304"/>
                <a:gd name="T47" fmla="*/ 297 h 426"/>
                <a:gd name="T48" fmla="*/ 63 w 304"/>
                <a:gd name="T49" fmla="*/ 296 h 426"/>
                <a:gd name="T50" fmla="*/ 115 w 304"/>
                <a:gd name="T51" fmla="*/ 310 h 426"/>
                <a:gd name="T52" fmla="*/ 129 w 304"/>
                <a:gd name="T53" fmla="*/ 314 h 426"/>
                <a:gd name="T54" fmla="*/ 160 w 304"/>
                <a:gd name="T55" fmla="*/ 333 h 426"/>
                <a:gd name="T56" fmla="*/ 164 w 304"/>
                <a:gd name="T57" fmla="*/ 361 h 426"/>
                <a:gd name="T58" fmla="*/ 164 w 304"/>
                <a:gd name="T59" fmla="*/ 362 h 426"/>
                <a:gd name="T60" fmla="*/ 161 w 304"/>
                <a:gd name="T61" fmla="*/ 406 h 426"/>
                <a:gd name="T62" fmla="*/ 161 w 304"/>
                <a:gd name="T63" fmla="*/ 414 h 426"/>
                <a:gd name="T64" fmla="*/ 187 w 304"/>
                <a:gd name="T65" fmla="*/ 426 h 426"/>
                <a:gd name="T66" fmla="*/ 294 w 304"/>
                <a:gd name="T67" fmla="*/ 172 h 426"/>
                <a:gd name="T68" fmla="*/ 303 w 304"/>
                <a:gd name="T69" fmla="*/ 130 h 426"/>
                <a:gd name="T70" fmla="*/ 296 w 304"/>
                <a:gd name="T71" fmla="*/ 93 h 426"/>
                <a:gd name="T72" fmla="*/ 200 w 304"/>
                <a:gd name="T73" fmla="*/ 7 h 426"/>
                <a:gd name="T74" fmla="*/ 152 w 304"/>
                <a:gd name="T75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4" h="426">
                  <a:moveTo>
                    <a:pt x="152" y="0"/>
                  </a:moveTo>
                  <a:cubicBezTo>
                    <a:pt x="122" y="0"/>
                    <a:pt x="93" y="8"/>
                    <a:pt x="72" y="28"/>
                  </a:cubicBezTo>
                  <a:cubicBezTo>
                    <a:pt x="52" y="49"/>
                    <a:pt x="41" y="76"/>
                    <a:pt x="32" y="103"/>
                  </a:cubicBezTo>
                  <a:cubicBezTo>
                    <a:pt x="7" y="182"/>
                    <a:pt x="0" y="266"/>
                    <a:pt x="12" y="348"/>
                  </a:cubicBezTo>
                  <a:cubicBezTo>
                    <a:pt x="13" y="350"/>
                    <a:pt x="13" y="352"/>
                    <a:pt x="13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14" y="354"/>
                    <a:pt x="14" y="354"/>
                    <a:pt x="13" y="354"/>
                  </a:cubicBezTo>
                  <a:cubicBezTo>
                    <a:pt x="13" y="354"/>
                    <a:pt x="14" y="354"/>
                    <a:pt x="14" y="354"/>
                  </a:cubicBezTo>
                  <a:cubicBezTo>
                    <a:pt x="17" y="347"/>
                    <a:pt x="20" y="341"/>
                    <a:pt x="24" y="334"/>
                  </a:cubicBezTo>
                  <a:cubicBezTo>
                    <a:pt x="32" y="320"/>
                    <a:pt x="39" y="300"/>
                    <a:pt x="57" y="297"/>
                  </a:cubicBezTo>
                  <a:cubicBezTo>
                    <a:pt x="58" y="297"/>
                    <a:pt x="60" y="296"/>
                    <a:pt x="63" y="296"/>
                  </a:cubicBezTo>
                  <a:cubicBezTo>
                    <a:pt x="78" y="296"/>
                    <a:pt x="98" y="304"/>
                    <a:pt x="115" y="310"/>
                  </a:cubicBezTo>
                  <a:cubicBezTo>
                    <a:pt x="120" y="312"/>
                    <a:pt x="125" y="313"/>
                    <a:pt x="129" y="314"/>
                  </a:cubicBezTo>
                  <a:cubicBezTo>
                    <a:pt x="141" y="318"/>
                    <a:pt x="154" y="322"/>
                    <a:pt x="160" y="333"/>
                  </a:cubicBezTo>
                  <a:cubicBezTo>
                    <a:pt x="165" y="341"/>
                    <a:pt x="165" y="351"/>
                    <a:pt x="164" y="361"/>
                  </a:cubicBezTo>
                  <a:cubicBezTo>
                    <a:pt x="164" y="361"/>
                    <a:pt x="164" y="362"/>
                    <a:pt x="164" y="362"/>
                  </a:cubicBezTo>
                  <a:cubicBezTo>
                    <a:pt x="163" y="377"/>
                    <a:pt x="163" y="392"/>
                    <a:pt x="161" y="406"/>
                  </a:cubicBezTo>
                  <a:cubicBezTo>
                    <a:pt x="161" y="409"/>
                    <a:pt x="161" y="412"/>
                    <a:pt x="161" y="414"/>
                  </a:cubicBezTo>
                  <a:cubicBezTo>
                    <a:pt x="170" y="417"/>
                    <a:pt x="179" y="421"/>
                    <a:pt x="187" y="426"/>
                  </a:cubicBezTo>
                  <a:cubicBezTo>
                    <a:pt x="228" y="344"/>
                    <a:pt x="263" y="259"/>
                    <a:pt x="294" y="172"/>
                  </a:cubicBezTo>
                  <a:cubicBezTo>
                    <a:pt x="299" y="158"/>
                    <a:pt x="302" y="145"/>
                    <a:pt x="303" y="130"/>
                  </a:cubicBezTo>
                  <a:cubicBezTo>
                    <a:pt x="304" y="118"/>
                    <a:pt x="301" y="105"/>
                    <a:pt x="296" y="93"/>
                  </a:cubicBezTo>
                  <a:cubicBezTo>
                    <a:pt x="280" y="51"/>
                    <a:pt x="243" y="19"/>
                    <a:pt x="200" y="7"/>
                  </a:cubicBezTo>
                  <a:cubicBezTo>
                    <a:pt x="185" y="3"/>
                    <a:pt x="169" y="0"/>
                    <a:pt x="152" y="0"/>
                  </a:cubicBezTo>
                </a:path>
              </a:pathLst>
            </a:custGeom>
            <a:solidFill>
              <a:srgbClr val="4D49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iSlíḑè"/>
            <p:cNvSpPr/>
            <p:nvPr/>
          </p:nvSpPr>
          <p:spPr bwMode="auto">
            <a:xfrm>
              <a:off x="6138863" y="4165601"/>
              <a:ext cx="249238" cy="193675"/>
            </a:xfrm>
            <a:custGeom>
              <a:avLst/>
              <a:gdLst>
                <a:gd name="T0" fmla="*/ 1 w 152"/>
                <a:gd name="T1" fmla="*/ 58 h 118"/>
                <a:gd name="T2" fmla="*/ 0 w 152"/>
                <a:gd name="T3" fmla="*/ 58 h 118"/>
                <a:gd name="T4" fmla="*/ 0 w 152"/>
                <a:gd name="T5" fmla="*/ 58 h 118"/>
                <a:gd name="T6" fmla="*/ 1 w 152"/>
                <a:gd name="T7" fmla="*/ 58 h 118"/>
                <a:gd name="T8" fmla="*/ 1 w 152"/>
                <a:gd name="T9" fmla="*/ 58 h 118"/>
                <a:gd name="T10" fmla="*/ 1 w 152"/>
                <a:gd name="T11" fmla="*/ 58 h 118"/>
                <a:gd name="T12" fmla="*/ 1 w 152"/>
                <a:gd name="T13" fmla="*/ 58 h 118"/>
                <a:gd name="T14" fmla="*/ 1 w 152"/>
                <a:gd name="T15" fmla="*/ 58 h 118"/>
                <a:gd name="T16" fmla="*/ 1 w 152"/>
                <a:gd name="T17" fmla="*/ 58 h 118"/>
                <a:gd name="T18" fmla="*/ 1 w 152"/>
                <a:gd name="T19" fmla="*/ 58 h 118"/>
                <a:gd name="T20" fmla="*/ 1 w 152"/>
                <a:gd name="T21" fmla="*/ 58 h 118"/>
                <a:gd name="T22" fmla="*/ 1 w 152"/>
                <a:gd name="T23" fmla="*/ 58 h 118"/>
                <a:gd name="T24" fmla="*/ 1 w 152"/>
                <a:gd name="T25" fmla="*/ 58 h 118"/>
                <a:gd name="T26" fmla="*/ 1 w 152"/>
                <a:gd name="T27" fmla="*/ 58 h 118"/>
                <a:gd name="T28" fmla="*/ 1 w 152"/>
                <a:gd name="T29" fmla="*/ 58 h 118"/>
                <a:gd name="T30" fmla="*/ 1 w 152"/>
                <a:gd name="T31" fmla="*/ 58 h 118"/>
                <a:gd name="T32" fmla="*/ 1 w 152"/>
                <a:gd name="T33" fmla="*/ 58 h 118"/>
                <a:gd name="T34" fmla="*/ 1 w 152"/>
                <a:gd name="T35" fmla="*/ 58 h 118"/>
                <a:gd name="T36" fmla="*/ 1 w 152"/>
                <a:gd name="T37" fmla="*/ 58 h 118"/>
                <a:gd name="T38" fmla="*/ 1 w 152"/>
                <a:gd name="T39" fmla="*/ 58 h 118"/>
                <a:gd name="T40" fmla="*/ 1 w 152"/>
                <a:gd name="T41" fmla="*/ 58 h 118"/>
                <a:gd name="T42" fmla="*/ 1 w 152"/>
                <a:gd name="T43" fmla="*/ 58 h 118"/>
                <a:gd name="T44" fmla="*/ 1 w 152"/>
                <a:gd name="T45" fmla="*/ 58 h 118"/>
                <a:gd name="T46" fmla="*/ 1 w 152"/>
                <a:gd name="T47" fmla="*/ 58 h 118"/>
                <a:gd name="T48" fmla="*/ 1 w 152"/>
                <a:gd name="T49" fmla="*/ 58 h 118"/>
                <a:gd name="T50" fmla="*/ 50 w 152"/>
                <a:gd name="T51" fmla="*/ 0 h 118"/>
                <a:gd name="T52" fmla="*/ 44 w 152"/>
                <a:gd name="T53" fmla="*/ 1 h 118"/>
                <a:gd name="T54" fmla="*/ 11 w 152"/>
                <a:gd name="T55" fmla="*/ 38 h 118"/>
                <a:gd name="T56" fmla="*/ 1 w 152"/>
                <a:gd name="T57" fmla="*/ 58 h 118"/>
                <a:gd name="T58" fmla="*/ 10 w 152"/>
                <a:gd name="T59" fmla="*/ 76 h 118"/>
                <a:gd name="T60" fmla="*/ 20 w 152"/>
                <a:gd name="T61" fmla="*/ 79 h 118"/>
                <a:gd name="T62" fmla="*/ 38 w 152"/>
                <a:gd name="T63" fmla="*/ 72 h 118"/>
                <a:gd name="T64" fmla="*/ 53 w 152"/>
                <a:gd name="T65" fmla="*/ 46 h 118"/>
                <a:gd name="T66" fmla="*/ 79 w 152"/>
                <a:gd name="T67" fmla="*/ 89 h 118"/>
                <a:gd name="T68" fmla="*/ 148 w 152"/>
                <a:gd name="T69" fmla="*/ 118 h 118"/>
                <a:gd name="T70" fmla="*/ 148 w 152"/>
                <a:gd name="T71" fmla="*/ 110 h 118"/>
                <a:gd name="T72" fmla="*/ 151 w 152"/>
                <a:gd name="T73" fmla="*/ 66 h 118"/>
                <a:gd name="T74" fmla="*/ 151 w 152"/>
                <a:gd name="T75" fmla="*/ 65 h 118"/>
                <a:gd name="T76" fmla="*/ 147 w 152"/>
                <a:gd name="T77" fmla="*/ 37 h 118"/>
                <a:gd name="T78" fmla="*/ 116 w 152"/>
                <a:gd name="T79" fmla="*/ 18 h 118"/>
                <a:gd name="T80" fmla="*/ 102 w 152"/>
                <a:gd name="T81" fmla="*/ 14 h 118"/>
                <a:gd name="T82" fmla="*/ 50 w 152"/>
                <a:gd name="T8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2" h="118">
                  <a:moveTo>
                    <a:pt x="1" y="58"/>
                  </a:moveTo>
                  <a:cubicBezTo>
                    <a:pt x="1" y="58"/>
                    <a:pt x="1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58"/>
                    <a:pt x="1" y="58"/>
                    <a:pt x="1" y="58"/>
                  </a:cubicBezTo>
                  <a:moveTo>
                    <a:pt x="1" y="58"/>
                  </a:move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moveTo>
                    <a:pt x="1" y="58"/>
                  </a:move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moveTo>
                    <a:pt x="1" y="58"/>
                  </a:move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moveTo>
                    <a:pt x="1" y="58"/>
                  </a:move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moveTo>
                    <a:pt x="1" y="58"/>
                  </a:move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moveTo>
                    <a:pt x="1" y="58"/>
                  </a:move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moveTo>
                    <a:pt x="1" y="58"/>
                  </a:move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moveTo>
                    <a:pt x="50" y="0"/>
                  </a:moveTo>
                  <a:cubicBezTo>
                    <a:pt x="47" y="0"/>
                    <a:pt x="45" y="1"/>
                    <a:pt x="44" y="1"/>
                  </a:cubicBezTo>
                  <a:cubicBezTo>
                    <a:pt x="26" y="4"/>
                    <a:pt x="19" y="24"/>
                    <a:pt x="11" y="38"/>
                  </a:cubicBezTo>
                  <a:cubicBezTo>
                    <a:pt x="7" y="45"/>
                    <a:pt x="4" y="51"/>
                    <a:pt x="1" y="58"/>
                  </a:cubicBezTo>
                  <a:cubicBezTo>
                    <a:pt x="2" y="65"/>
                    <a:pt x="5" y="72"/>
                    <a:pt x="10" y="76"/>
                  </a:cubicBezTo>
                  <a:cubicBezTo>
                    <a:pt x="13" y="78"/>
                    <a:pt x="17" y="79"/>
                    <a:pt x="20" y="79"/>
                  </a:cubicBezTo>
                  <a:cubicBezTo>
                    <a:pt x="27" y="79"/>
                    <a:pt x="33" y="76"/>
                    <a:pt x="38" y="72"/>
                  </a:cubicBezTo>
                  <a:cubicBezTo>
                    <a:pt x="46" y="65"/>
                    <a:pt x="50" y="55"/>
                    <a:pt x="53" y="46"/>
                  </a:cubicBezTo>
                  <a:cubicBezTo>
                    <a:pt x="60" y="61"/>
                    <a:pt x="67" y="77"/>
                    <a:pt x="79" y="89"/>
                  </a:cubicBezTo>
                  <a:cubicBezTo>
                    <a:pt x="97" y="106"/>
                    <a:pt x="123" y="110"/>
                    <a:pt x="148" y="118"/>
                  </a:cubicBezTo>
                  <a:cubicBezTo>
                    <a:pt x="148" y="116"/>
                    <a:pt x="148" y="113"/>
                    <a:pt x="148" y="110"/>
                  </a:cubicBezTo>
                  <a:cubicBezTo>
                    <a:pt x="150" y="96"/>
                    <a:pt x="150" y="81"/>
                    <a:pt x="151" y="66"/>
                  </a:cubicBezTo>
                  <a:cubicBezTo>
                    <a:pt x="151" y="66"/>
                    <a:pt x="151" y="65"/>
                    <a:pt x="151" y="65"/>
                  </a:cubicBezTo>
                  <a:cubicBezTo>
                    <a:pt x="152" y="55"/>
                    <a:pt x="152" y="45"/>
                    <a:pt x="147" y="37"/>
                  </a:cubicBezTo>
                  <a:cubicBezTo>
                    <a:pt x="141" y="26"/>
                    <a:pt x="128" y="22"/>
                    <a:pt x="116" y="18"/>
                  </a:cubicBezTo>
                  <a:cubicBezTo>
                    <a:pt x="112" y="17"/>
                    <a:pt x="107" y="16"/>
                    <a:pt x="102" y="14"/>
                  </a:cubicBezTo>
                  <a:cubicBezTo>
                    <a:pt x="85" y="8"/>
                    <a:pt x="65" y="0"/>
                    <a:pt x="50" y="0"/>
                  </a:cubicBezTo>
                </a:path>
              </a:pathLst>
            </a:custGeom>
            <a:solidFill>
              <a:srgbClr val="E1A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ïṩḷîḑe"/>
            <p:cNvSpPr/>
            <p:nvPr/>
          </p:nvSpPr>
          <p:spPr bwMode="auto">
            <a:xfrm>
              <a:off x="6108701" y="3654426"/>
              <a:ext cx="500063" cy="709613"/>
            </a:xfrm>
            <a:custGeom>
              <a:avLst/>
              <a:gdLst>
                <a:gd name="T0" fmla="*/ 73 w 304"/>
                <a:gd name="T1" fmla="*/ 34 h 432"/>
                <a:gd name="T2" fmla="*/ 32 w 304"/>
                <a:gd name="T3" fmla="*/ 109 h 432"/>
                <a:gd name="T4" fmla="*/ 13 w 304"/>
                <a:gd name="T5" fmla="*/ 353 h 432"/>
                <a:gd name="T6" fmla="*/ 24 w 304"/>
                <a:gd name="T7" fmla="*/ 377 h 432"/>
                <a:gd name="T8" fmla="*/ 51 w 304"/>
                <a:gd name="T9" fmla="*/ 373 h 432"/>
                <a:gd name="T10" fmla="*/ 66 w 304"/>
                <a:gd name="T11" fmla="*/ 347 h 432"/>
                <a:gd name="T12" fmla="*/ 92 w 304"/>
                <a:gd name="T13" fmla="*/ 390 h 432"/>
                <a:gd name="T14" fmla="*/ 187 w 304"/>
                <a:gd name="T15" fmla="*/ 432 h 432"/>
                <a:gd name="T16" fmla="*/ 294 w 304"/>
                <a:gd name="T17" fmla="*/ 177 h 432"/>
                <a:gd name="T18" fmla="*/ 303 w 304"/>
                <a:gd name="T19" fmla="*/ 136 h 432"/>
                <a:gd name="T20" fmla="*/ 296 w 304"/>
                <a:gd name="T21" fmla="*/ 99 h 432"/>
                <a:gd name="T22" fmla="*/ 200 w 304"/>
                <a:gd name="T23" fmla="*/ 13 h 432"/>
                <a:gd name="T24" fmla="*/ 73 w 304"/>
                <a:gd name="T25" fmla="*/ 34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4" h="432">
                  <a:moveTo>
                    <a:pt x="73" y="34"/>
                  </a:moveTo>
                  <a:cubicBezTo>
                    <a:pt x="53" y="54"/>
                    <a:pt x="41" y="81"/>
                    <a:pt x="32" y="109"/>
                  </a:cubicBezTo>
                  <a:cubicBezTo>
                    <a:pt x="7" y="188"/>
                    <a:pt x="0" y="271"/>
                    <a:pt x="13" y="353"/>
                  </a:cubicBezTo>
                  <a:cubicBezTo>
                    <a:pt x="14" y="362"/>
                    <a:pt x="16" y="372"/>
                    <a:pt x="24" y="377"/>
                  </a:cubicBezTo>
                  <a:cubicBezTo>
                    <a:pt x="32" y="383"/>
                    <a:pt x="44" y="380"/>
                    <a:pt x="51" y="373"/>
                  </a:cubicBezTo>
                  <a:cubicBezTo>
                    <a:pt x="59" y="366"/>
                    <a:pt x="63" y="356"/>
                    <a:pt x="66" y="347"/>
                  </a:cubicBezTo>
                  <a:cubicBezTo>
                    <a:pt x="73" y="363"/>
                    <a:pt x="80" y="378"/>
                    <a:pt x="92" y="390"/>
                  </a:cubicBezTo>
                  <a:cubicBezTo>
                    <a:pt x="117" y="414"/>
                    <a:pt x="158" y="413"/>
                    <a:pt x="187" y="432"/>
                  </a:cubicBezTo>
                  <a:cubicBezTo>
                    <a:pt x="228" y="349"/>
                    <a:pt x="263" y="264"/>
                    <a:pt x="294" y="177"/>
                  </a:cubicBezTo>
                  <a:cubicBezTo>
                    <a:pt x="299" y="164"/>
                    <a:pt x="302" y="150"/>
                    <a:pt x="303" y="136"/>
                  </a:cubicBezTo>
                  <a:cubicBezTo>
                    <a:pt x="304" y="123"/>
                    <a:pt x="301" y="110"/>
                    <a:pt x="296" y="99"/>
                  </a:cubicBezTo>
                  <a:cubicBezTo>
                    <a:pt x="280" y="57"/>
                    <a:pt x="243" y="25"/>
                    <a:pt x="200" y="13"/>
                  </a:cubicBezTo>
                  <a:cubicBezTo>
                    <a:pt x="159" y="0"/>
                    <a:pt x="104" y="2"/>
                    <a:pt x="73" y="34"/>
                  </a:cubicBezTo>
                  <a:close/>
                </a:path>
              </a:pathLst>
            </a:custGeom>
            <a:solidFill>
              <a:srgbClr val="5651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îṧlíḑé"/>
            <p:cNvSpPr/>
            <p:nvPr/>
          </p:nvSpPr>
          <p:spPr bwMode="auto">
            <a:xfrm>
              <a:off x="6081713" y="2835276"/>
              <a:ext cx="558800" cy="560388"/>
            </a:xfrm>
            <a:prstGeom prst="ellipse">
              <a:avLst/>
            </a:prstGeom>
            <a:solidFill>
              <a:srgbClr val="FB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îşḷïḓè"/>
            <p:cNvSpPr/>
            <p:nvPr/>
          </p:nvSpPr>
          <p:spPr bwMode="auto">
            <a:xfrm>
              <a:off x="6062663" y="2651126"/>
              <a:ext cx="725488" cy="646113"/>
            </a:xfrm>
            <a:custGeom>
              <a:avLst/>
              <a:gdLst>
                <a:gd name="T0" fmla="*/ 11 w 441"/>
                <a:gd name="T1" fmla="*/ 206 h 393"/>
                <a:gd name="T2" fmla="*/ 53 w 441"/>
                <a:gd name="T3" fmla="*/ 183 h 393"/>
                <a:gd name="T4" fmla="*/ 82 w 441"/>
                <a:gd name="T5" fmla="*/ 222 h 393"/>
                <a:gd name="T6" fmla="*/ 131 w 441"/>
                <a:gd name="T7" fmla="*/ 239 h 393"/>
                <a:gd name="T8" fmla="*/ 211 w 441"/>
                <a:gd name="T9" fmla="*/ 284 h 393"/>
                <a:gd name="T10" fmla="*/ 241 w 441"/>
                <a:gd name="T11" fmla="*/ 291 h 393"/>
                <a:gd name="T12" fmla="*/ 244 w 441"/>
                <a:gd name="T13" fmla="*/ 304 h 393"/>
                <a:gd name="T14" fmla="*/ 247 w 441"/>
                <a:gd name="T15" fmla="*/ 336 h 393"/>
                <a:gd name="T16" fmla="*/ 276 w 441"/>
                <a:gd name="T17" fmla="*/ 333 h 393"/>
                <a:gd name="T18" fmla="*/ 322 w 441"/>
                <a:gd name="T19" fmla="*/ 362 h 393"/>
                <a:gd name="T20" fmla="*/ 320 w 441"/>
                <a:gd name="T21" fmla="*/ 387 h 393"/>
                <a:gd name="T22" fmla="*/ 409 w 441"/>
                <a:gd name="T23" fmla="*/ 320 h 393"/>
                <a:gd name="T24" fmla="*/ 408 w 441"/>
                <a:gd name="T25" fmla="*/ 293 h 393"/>
                <a:gd name="T26" fmla="*/ 405 w 441"/>
                <a:gd name="T27" fmla="*/ 273 h 393"/>
                <a:gd name="T28" fmla="*/ 429 w 441"/>
                <a:gd name="T29" fmla="*/ 235 h 393"/>
                <a:gd name="T30" fmla="*/ 432 w 441"/>
                <a:gd name="T31" fmla="*/ 173 h 393"/>
                <a:gd name="T32" fmla="*/ 397 w 441"/>
                <a:gd name="T33" fmla="*/ 119 h 393"/>
                <a:gd name="T34" fmla="*/ 349 w 441"/>
                <a:gd name="T35" fmla="*/ 60 h 393"/>
                <a:gd name="T36" fmla="*/ 265 w 441"/>
                <a:gd name="T37" fmla="*/ 2 h 393"/>
                <a:gd name="T38" fmla="*/ 192 w 441"/>
                <a:gd name="T39" fmla="*/ 16 h 393"/>
                <a:gd name="T40" fmla="*/ 84 w 441"/>
                <a:gd name="T41" fmla="*/ 14 h 393"/>
                <a:gd name="T42" fmla="*/ 33 w 441"/>
                <a:gd name="T43" fmla="*/ 70 h 393"/>
                <a:gd name="T44" fmla="*/ 8 w 441"/>
                <a:gd name="T45" fmla="*/ 129 h 393"/>
                <a:gd name="T46" fmla="*/ 7 w 441"/>
                <a:gd name="T47" fmla="*/ 233 h 393"/>
                <a:gd name="T48" fmla="*/ 11 w 441"/>
                <a:gd name="T49" fmla="*/ 206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41" h="393">
                  <a:moveTo>
                    <a:pt x="11" y="206"/>
                  </a:moveTo>
                  <a:cubicBezTo>
                    <a:pt x="22" y="194"/>
                    <a:pt x="36" y="186"/>
                    <a:pt x="53" y="183"/>
                  </a:cubicBezTo>
                  <a:cubicBezTo>
                    <a:pt x="51" y="200"/>
                    <a:pt x="66" y="215"/>
                    <a:pt x="82" y="222"/>
                  </a:cubicBezTo>
                  <a:cubicBezTo>
                    <a:pt x="97" y="229"/>
                    <a:pt x="115" y="232"/>
                    <a:pt x="131" y="239"/>
                  </a:cubicBezTo>
                  <a:cubicBezTo>
                    <a:pt x="159" y="253"/>
                    <a:pt x="180" y="283"/>
                    <a:pt x="211" y="284"/>
                  </a:cubicBezTo>
                  <a:cubicBezTo>
                    <a:pt x="221" y="285"/>
                    <a:pt x="235" y="282"/>
                    <a:pt x="241" y="291"/>
                  </a:cubicBezTo>
                  <a:cubicBezTo>
                    <a:pt x="243" y="295"/>
                    <a:pt x="244" y="299"/>
                    <a:pt x="244" y="304"/>
                  </a:cubicBezTo>
                  <a:cubicBezTo>
                    <a:pt x="247" y="336"/>
                    <a:pt x="247" y="336"/>
                    <a:pt x="247" y="336"/>
                  </a:cubicBezTo>
                  <a:cubicBezTo>
                    <a:pt x="256" y="341"/>
                    <a:pt x="266" y="335"/>
                    <a:pt x="276" y="333"/>
                  </a:cubicBezTo>
                  <a:cubicBezTo>
                    <a:pt x="297" y="328"/>
                    <a:pt x="318" y="341"/>
                    <a:pt x="322" y="362"/>
                  </a:cubicBezTo>
                  <a:cubicBezTo>
                    <a:pt x="324" y="371"/>
                    <a:pt x="323" y="379"/>
                    <a:pt x="320" y="387"/>
                  </a:cubicBezTo>
                  <a:cubicBezTo>
                    <a:pt x="363" y="393"/>
                    <a:pt x="403" y="364"/>
                    <a:pt x="409" y="320"/>
                  </a:cubicBezTo>
                  <a:cubicBezTo>
                    <a:pt x="410" y="311"/>
                    <a:pt x="410" y="302"/>
                    <a:pt x="408" y="293"/>
                  </a:cubicBezTo>
                  <a:cubicBezTo>
                    <a:pt x="406" y="287"/>
                    <a:pt x="405" y="280"/>
                    <a:pt x="405" y="273"/>
                  </a:cubicBezTo>
                  <a:cubicBezTo>
                    <a:pt x="406" y="258"/>
                    <a:pt x="421" y="248"/>
                    <a:pt x="429" y="235"/>
                  </a:cubicBezTo>
                  <a:cubicBezTo>
                    <a:pt x="441" y="217"/>
                    <a:pt x="440" y="193"/>
                    <a:pt x="432" y="173"/>
                  </a:cubicBezTo>
                  <a:cubicBezTo>
                    <a:pt x="425" y="153"/>
                    <a:pt x="411" y="136"/>
                    <a:pt x="397" y="119"/>
                  </a:cubicBezTo>
                  <a:cubicBezTo>
                    <a:pt x="349" y="60"/>
                    <a:pt x="349" y="60"/>
                    <a:pt x="349" y="60"/>
                  </a:cubicBezTo>
                  <a:cubicBezTo>
                    <a:pt x="326" y="33"/>
                    <a:pt x="300" y="4"/>
                    <a:pt x="265" y="2"/>
                  </a:cubicBezTo>
                  <a:cubicBezTo>
                    <a:pt x="240" y="1"/>
                    <a:pt x="216" y="14"/>
                    <a:pt x="192" y="16"/>
                  </a:cubicBezTo>
                  <a:cubicBezTo>
                    <a:pt x="156" y="20"/>
                    <a:pt x="118" y="0"/>
                    <a:pt x="84" y="14"/>
                  </a:cubicBezTo>
                  <a:cubicBezTo>
                    <a:pt x="60" y="24"/>
                    <a:pt x="46" y="48"/>
                    <a:pt x="33" y="70"/>
                  </a:cubicBezTo>
                  <a:cubicBezTo>
                    <a:pt x="23" y="89"/>
                    <a:pt x="12" y="108"/>
                    <a:pt x="8" y="129"/>
                  </a:cubicBezTo>
                  <a:cubicBezTo>
                    <a:pt x="0" y="163"/>
                    <a:pt x="11" y="199"/>
                    <a:pt x="7" y="233"/>
                  </a:cubicBezTo>
                  <a:lnTo>
                    <a:pt x="11" y="206"/>
                  </a:ln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i$ľiḑê"/>
            <p:cNvSpPr/>
            <p:nvPr/>
          </p:nvSpPr>
          <p:spPr bwMode="auto">
            <a:xfrm>
              <a:off x="2841626" y="4319588"/>
              <a:ext cx="201613" cy="488950"/>
            </a:xfrm>
            <a:custGeom>
              <a:avLst/>
              <a:gdLst>
                <a:gd name="T0" fmla="*/ 9 w 123"/>
                <a:gd name="T1" fmla="*/ 297 h 297"/>
                <a:gd name="T2" fmla="*/ 32 w 123"/>
                <a:gd name="T3" fmla="*/ 282 h 297"/>
                <a:gd name="T4" fmla="*/ 32 w 123"/>
                <a:gd name="T5" fmla="*/ 282 h 297"/>
                <a:gd name="T6" fmla="*/ 43 w 123"/>
                <a:gd name="T7" fmla="*/ 275 h 297"/>
                <a:gd name="T8" fmla="*/ 39 w 123"/>
                <a:gd name="T9" fmla="*/ 268 h 297"/>
                <a:gd name="T10" fmla="*/ 43 w 123"/>
                <a:gd name="T11" fmla="*/ 275 h 297"/>
                <a:gd name="T12" fmla="*/ 92 w 123"/>
                <a:gd name="T13" fmla="*/ 235 h 297"/>
                <a:gd name="T14" fmla="*/ 87 w 123"/>
                <a:gd name="T15" fmla="*/ 229 h 297"/>
                <a:gd name="T16" fmla="*/ 92 w 123"/>
                <a:gd name="T17" fmla="*/ 235 h 297"/>
                <a:gd name="T18" fmla="*/ 95 w 123"/>
                <a:gd name="T19" fmla="*/ 231 h 297"/>
                <a:gd name="T20" fmla="*/ 96 w 123"/>
                <a:gd name="T21" fmla="*/ 231 h 297"/>
                <a:gd name="T22" fmla="*/ 90 w 123"/>
                <a:gd name="T23" fmla="*/ 225 h 297"/>
                <a:gd name="T24" fmla="*/ 96 w 123"/>
                <a:gd name="T25" fmla="*/ 231 h 297"/>
                <a:gd name="T26" fmla="*/ 117 w 123"/>
                <a:gd name="T27" fmla="*/ 203 h 297"/>
                <a:gd name="T28" fmla="*/ 117 w 123"/>
                <a:gd name="T29" fmla="*/ 203 h 297"/>
                <a:gd name="T30" fmla="*/ 117 w 123"/>
                <a:gd name="T31" fmla="*/ 203 h 297"/>
                <a:gd name="T32" fmla="*/ 123 w 123"/>
                <a:gd name="T33" fmla="*/ 164 h 297"/>
                <a:gd name="T34" fmla="*/ 123 w 123"/>
                <a:gd name="T35" fmla="*/ 154 h 297"/>
                <a:gd name="T36" fmla="*/ 123 w 123"/>
                <a:gd name="T37" fmla="*/ 154 h 297"/>
                <a:gd name="T38" fmla="*/ 119 w 123"/>
                <a:gd name="T39" fmla="*/ 56 h 297"/>
                <a:gd name="T40" fmla="*/ 119 w 123"/>
                <a:gd name="T41" fmla="*/ 56 h 297"/>
                <a:gd name="T42" fmla="*/ 117 w 123"/>
                <a:gd name="T43" fmla="*/ 18 h 297"/>
                <a:gd name="T44" fmla="*/ 117 w 123"/>
                <a:gd name="T45" fmla="*/ 18 h 297"/>
                <a:gd name="T46" fmla="*/ 116 w 123"/>
                <a:gd name="T47" fmla="*/ 0 h 297"/>
                <a:gd name="T48" fmla="*/ 100 w 123"/>
                <a:gd name="T49" fmla="*/ 1 h 297"/>
                <a:gd name="T50" fmla="*/ 101 w 123"/>
                <a:gd name="T51" fmla="*/ 19 h 297"/>
                <a:gd name="T52" fmla="*/ 101 w 123"/>
                <a:gd name="T53" fmla="*/ 19 h 297"/>
                <a:gd name="T54" fmla="*/ 103 w 123"/>
                <a:gd name="T55" fmla="*/ 56 h 297"/>
                <a:gd name="T56" fmla="*/ 103 w 123"/>
                <a:gd name="T57" fmla="*/ 56 h 297"/>
                <a:gd name="T58" fmla="*/ 107 w 123"/>
                <a:gd name="T59" fmla="*/ 154 h 297"/>
                <a:gd name="T60" fmla="*/ 107 w 123"/>
                <a:gd name="T61" fmla="*/ 154 h 297"/>
                <a:gd name="T62" fmla="*/ 107 w 123"/>
                <a:gd name="T63" fmla="*/ 164 h 297"/>
                <a:gd name="T64" fmla="*/ 102 w 123"/>
                <a:gd name="T65" fmla="*/ 196 h 297"/>
                <a:gd name="T66" fmla="*/ 110 w 123"/>
                <a:gd name="T67" fmla="*/ 200 h 297"/>
                <a:gd name="T68" fmla="*/ 102 w 123"/>
                <a:gd name="T69" fmla="*/ 196 h 297"/>
                <a:gd name="T70" fmla="*/ 85 w 123"/>
                <a:gd name="T71" fmla="*/ 219 h 297"/>
                <a:gd name="T72" fmla="*/ 85 w 123"/>
                <a:gd name="T73" fmla="*/ 219 h 297"/>
                <a:gd name="T74" fmla="*/ 84 w 123"/>
                <a:gd name="T75" fmla="*/ 220 h 297"/>
                <a:gd name="T76" fmla="*/ 84 w 123"/>
                <a:gd name="T77" fmla="*/ 220 h 297"/>
                <a:gd name="T78" fmla="*/ 81 w 123"/>
                <a:gd name="T79" fmla="*/ 223 h 297"/>
                <a:gd name="T80" fmla="*/ 81 w 123"/>
                <a:gd name="T81" fmla="*/ 223 h 297"/>
                <a:gd name="T82" fmla="*/ 81 w 123"/>
                <a:gd name="T83" fmla="*/ 223 h 297"/>
                <a:gd name="T84" fmla="*/ 34 w 123"/>
                <a:gd name="T85" fmla="*/ 262 h 297"/>
                <a:gd name="T86" fmla="*/ 34 w 123"/>
                <a:gd name="T87" fmla="*/ 262 h 297"/>
                <a:gd name="T88" fmla="*/ 34 w 123"/>
                <a:gd name="T89" fmla="*/ 262 h 297"/>
                <a:gd name="T90" fmla="*/ 24 w 123"/>
                <a:gd name="T91" fmla="*/ 268 h 297"/>
                <a:gd name="T92" fmla="*/ 24 w 123"/>
                <a:gd name="T93" fmla="*/ 268 h 297"/>
                <a:gd name="T94" fmla="*/ 24 w 123"/>
                <a:gd name="T95" fmla="*/ 268 h 297"/>
                <a:gd name="T96" fmla="*/ 0 w 123"/>
                <a:gd name="T97" fmla="*/ 283 h 297"/>
                <a:gd name="T98" fmla="*/ 9 w 123"/>
                <a:gd name="T9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3" h="297">
                  <a:moveTo>
                    <a:pt x="9" y="297"/>
                  </a:moveTo>
                  <a:cubicBezTo>
                    <a:pt x="17" y="292"/>
                    <a:pt x="25" y="287"/>
                    <a:pt x="32" y="282"/>
                  </a:cubicBezTo>
                  <a:cubicBezTo>
                    <a:pt x="32" y="282"/>
                    <a:pt x="32" y="282"/>
                    <a:pt x="32" y="282"/>
                  </a:cubicBezTo>
                  <a:cubicBezTo>
                    <a:pt x="36" y="280"/>
                    <a:pt x="40" y="277"/>
                    <a:pt x="43" y="275"/>
                  </a:cubicBezTo>
                  <a:cubicBezTo>
                    <a:pt x="39" y="268"/>
                    <a:pt x="39" y="268"/>
                    <a:pt x="39" y="268"/>
                  </a:cubicBezTo>
                  <a:cubicBezTo>
                    <a:pt x="43" y="275"/>
                    <a:pt x="43" y="275"/>
                    <a:pt x="43" y="275"/>
                  </a:cubicBezTo>
                  <a:cubicBezTo>
                    <a:pt x="61" y="263"/>
                    <a:pt x="77" y="249"/>
                    <a:pt x="92" y="235"/>
                  </a:cubicBezTo>
                  <a:cubicBezTo>
                    <a:pt x="87" y="229"/>
                    <a:pt x="87" y="229"/>
                    <a:pt x="87" y="229"/>
                  </a:cubicBezTo>
                  <a:cubicBezTo>
                    <a:pt x="92" y="235"/>
                    <a:pt x="92" y="235"/>
                    <a:pt x="92" y="235"/>
                  </a:cubicBezTo>
                  <a:cubicBezTo>
                    <a:pt x="93" y="234"/>
                    <a:pt x="94" y="232"/>
                    <a:pt x="95" y="231"/>
                  </a:cubicBezTo>
                  <a:cubicBezTo>
                    <a:pt x="96" y="231"/>
                    <a:pt x="96" y="231"/>
                    <a:pt x="96" y="231"/>
                  </a:cubicBezTo>
                  <a:cubicBezTo>
                    <a:pt x="90" y="225"/>
                    <a:pt x="90" y="225"/>
                    <a:pt x="90" y="225"/>
                  </a:cubicBezTo>
                  <a:cubicBezTo>
                    <a:pt x="96" y="231"/>
                    <a:pt x="96" y="231"/>
                    <a:pt x="96" y="231"/>
                  </a:cubicBezTo>
                  <a:cubicBezTo>
                    <a:pt x="104" y="223"/>
                    <a:pt x="111" y="214"/>
                    <a:pt x="117" y="203"/>
                  </a:cubicBezTo>
                  <a:cubicBezTo>
                    <a:pt x="117" y="203"/>
                    <a:pt x="117" y="203"/>
                    <a:pt x="117" y="203"/>
                  </a:cubicBezTo>
                  <a:cubicBezTo>
                    <a:pt x="117" y="203"/>
                    <a:pt x="117" y="203"/>
                    <a:pt x="117" y="203"/>
                  </a:cubicBezTo>
                  <a:cubicBezTo>
                    <a:pt x="122" y="190"/>
                    <a:pt x="123" y="177"/>
                    <a:pt x="123" y="164"/>
                  </a:cubicBezTo>
                  <a:cubicBezTo>
                    <a:pt x="123" y="161"/>
                    <a:pt x="123" y="157"/>
                    <a:pt x="123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2" y="121"/>
                    <a:pt x="121" y="88"/>
                    <a:pt x="119" y="56"/>
                  </a:cubicBezTo>
                  <a:cubicBezTo>
                    <a:pt x="119" y="56"/>
                    <a:pt x="119" y="56"/>
                    <a:pt x="119" y="56"/>
                  </a:cubicBezTo>
                  <a:cubicBezTo>
                    <a:pt x="119" y="43"/>
                    <a:pt x="118" y="30"/>
                    <a:pt x="117" y="18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7" y="12"/>
                    <a:pt x="116" y="6"/>
                    <a:pt x="116" y="0"/>
                  </a:cubicBezTo>
                  <a:cubicBezTo>
                    <a:pt x="100" y="1"/>
                    <a:pt x="100" y="1"/>
                    <a:pt x="100" y="1"/>
                  </a:cubicBezTo>
                  <a:cubicBezTo>
                    <a:pt x="100" y="7"/>
                    <a:pt x="101" y="13"/>
                    <a:pt x="101" y="19"/>
                  </a:cubicBezTo>
                  <a:cubicBezTo>
                    <a:pt x="101" y="19"/>
                    <a:pt x="101" y="19"/>
                    <a:pt x="101" y="19"/>
                  </a:cubicBezTo>
                  <a:cubicBezTo>
                    <a:pt x="102" y="31"/>
                    <a:pt x="103" y="44"/>
                    <a:pt x="103" y="56"/>
                  </a:cubicBezTo>
                  <a:cubicBezTo>
                    <a:pt x="103" y="56"/>
                    <a:pt x="103" y="56"/>
                    <a:pt x="103" y="56"/>
                  </a:cubicBezTo>
                  <a:cubicBezTo>
                    <a:pt x="105" y="89"/>
                    <a:pt x="106" y="122"/>
                    <a:pt x="107" y="154"/>
                  </a:cubicBezTo>
                  <a:cubicBezTo>
                    <a:pt x="107" y="154"/>
                    <a:pt x="107" y="154"/>
                    <a:pt x="107" y="154"/>
                  </a:cubicBezTo>
                  <a:cubicBezTo>
                    <a:pt x="107" y="158"/>
                    <a:pt x="107" y="161"/>
                    <a:pt x="107" y="164"/>
                  </a:cubicBezTo>
                  <a:cubicBezTo>
                    <a:pt x="107" y="176"/>
                    <a:pt x="106" y="187"/>
                    <a:pt x="102" y="196"/>
                  </a:cubicBezTo>
                  <a:cubicBezTo>
                    <a:pt x="110" y="200"/>
                    <a:pt x="110" y="200"/>
                    <a:pt x="110" y="200"/>
                  </a:cubicBezTo>
                  <a:cubicBezTo>
                    <a:pt x="102" y="196"/>
                    <a:pt x="102" y="196"/>
                    <a:pt x="102" y="196"/>
                  </a:cubicBezTo>
                  <a:cubicBezTo>
                    <a:pt x="98" y="205"/>
                    <a:pt x="92" y="213"/>
                    <a:pt x="85" y="219"/>
                  </a:cubicBezTo>
                  <a:cubicBezTo>
                    <a:pt x="85" y="219"/>
                    <a:pt x="85" y="219"/>
                    <a:pt x="85" y="219"/>
                  </a:cubicBezTo>
                  <a:cubicBezTo>
                    <a:pt x="84" y="220"/>
                    <a:pt x="84" y="220"/>
                    <a:pt x="84" y="220"/>
                  </a:cubicBezTo>
                  <a:cubicBezTo>
                    <a:pt x="84" y="220"/>
                    <a:pt x="84" y="220"/>
                    <a:pt x="84" y="220"/>
                  </a:cubicBezTo>
                  <a:cubicBezTo>
                    <a:pt x="83" y="221"/>
                    <a:pt x="82" y="222"/>
                    <a:pt x="81" y="223"/>
                  </a:cubicBezTo>
                  <a:cubicBezTo>
                    <a:pt x="81" y="223"/>
                    <a:pt x="81" y="223"/>
                    <a:pt x="81" y="223"/>
                  </a:cubicBezTo>
                  <a:cubicBezTo>
                    <a:pt x="81" y="223"/>
                    <a:pt x="81" y="223"/>
                    <a:pt x="81" y="223"/>
                  </a:cubicBezTo>
                  <a:cubicBezTo>
                    <a:pt x="67" y="237"/>
                    <a:pt x="51" y="250"/>
                    <a:pt x="34" y="262"/>
                  </a:cubicBezTo>
                  <a:cubicBezTo>
                    <a:pt x="34" y="262"/>
                    <a:pt x="34" y="262"/>
                    <a:pt x="34" y="262"/>
                  </a:cubicBezTo>
                  <a:cubicBezTo>
                    <a:pt x="34" y="262"/>
                    <a:pt x="34" y="262"/>
                    <a:pt x="34" y="262"/>
                  </a:cubicBezTo>
                  <a:cubicBezTo>
                    <a:pt x="31" y="264"/>
                    <a:pt x="27" y="266"/>
                    <a:pt x="24" y="268"/>
                  </a:cubicBezTo>
                  <a:cubicBezTo>
                    <a:pt x="24" y="268"/>
                    <a:pt x="24" y="268"/>
                    <a:pt x="24" y="268"/>
                  </a:cubicBezTo>
                  <a:cubicBezTo>
                    <a:pt x="24" y="268"/>
                    <a:pt x="24" y="268"/>
                    <a:pt x="24" y="268"/>
                  </a:cubicBezTo>
                  <a:cubicBezTo>
                    <a:pt x="16" y="273"/>
                    <a:pt x="8" y="278"/>
                    <a:pt x="0" y="283"/>
                  </a:cubicBezTo>
                  <a:cubicBezTo>
                    <a:pt x="9" y="297"/>
                    <a:pt x="9" y="297"/>
                    <a:pt x="9" y="297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íṩļïďe"/>
            <p:cNvSpPr/>
            <p:nvPr/>
          </p:nvSpPr>
          <p:spPr bwMode="auto">
            <a:xfrm>
              <a:off x="2917826" y="4216401"/>
              <a:ext cx="196850" cy="206375"/>
            </a:xfrm>
            <a:custGeom>
              <a:avLst/>
              <a:gdLst>
                <a:gd name="T0" fmla="*/ 119 w 119"/>
                <a:gd name="T1" fmla="*/ 60 h 125"/>
                <a:gd name="T2" fmla="*/ 91 w 119"/>
                <a:gd name="T3" fmla="*/ 14 h 125"/>
                <a:gd name="T4" fmla="*/ 78 w 119"/>
                <a:gd name="T5" fmla="*/ 39 h 125"/>
                <a:gd name="T6" fmla="*/ 79 w 119"/>
                <a:gd name="T7" fmla="*/ 9 h 125"/>
                <a:gd name="T8" fmla="*/ 9 w 119"/>
                <a:gd name="T9" fmla="*/ 47 h 125"/>
                <a:gd name="T10" fmla="*/ 47 w 119"/>
                <a:gd name="T11" fmla="*/ 116 h 125"/>
                <a:gd name="T12" fmla="*/ 116 w 119"/>
                <a:gd name="T13" fmla="*/ 78 h 125"/>
                <a:gd name="T14" fmla="*/ 119 w 119"/>
                <a:gd name="T15" fmla="*/ 60 h 125"/>
                <a:gd name="T16" fmla="*/ 119 w 119"/>
                <a:gd name="T17" fmla="*/ 6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25">
                  <a:moveTo>
                    <a:pt x="119" y="60"/>
                  </a:moveTo>
                  <a:cubicBezTo>
                    <a:pt x="118" y="41"/>
                    <a:pt x="107" y="24"/>
                    <a:pt x="91" y="14"/>
                  </a:cubicBezTo>
                  <a:cubicBezTo>
                    <a:pt x="78" y="39"/>
                    <a:pt x="78" y="39"/>
                    <a:pt x="78" y="3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49" y="0"/>
                    <a:pt x="18" y="17"/>
                    <a:pt x="9" y="47"/>
                  </a:cubicBezTo>
                  <a:cubicBezTo>
                    <a:pt x="0" y="76"/>
                    <a:pt x="17" y="107"/>
                    <a:pt x="47" y="116"/>
                  </a:cubicBezTo>
                  <a:cubicBezTo>
                    <a:pt x="76" y="125"/>
                    <a:pt x="107" y="108"/>
                    <a:pt x="116" y="78"/>
                  </a:cubicBezTo>
                  <a:cubicBezTo>
                    <a:pt x="118" y="73"/>
                    <a:pt x="119" y="66"/>
                    <a:pt x="119" y="60"/>
                  </a:cubicBezTo>
                  <a:cubicBezTo>
                    <a:pt x="119" y="60"/>
                    <a:pt x="119" y="60"/>
                    <a:pt x="119" y="60"/>
                  </a:cubicBezTo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iṧ1îdê"/>
            <p:cNvSpPr/>
            <p:nvPr/>
          </p:nvSpPr>
          <p:spPr bwMode="auto">
            <a:xfrm>
              <a:off x="2854326" y="4803776"/>
              <a:ext cx="98425" cy="96838"/>
            </a:xfrm>
            <a:custGeom>
              <a:avLst/>
              <a:gdLst>
                <a:gd name="T0" fmla="*/ 60 w 60"/>
                <a:gd name="T1" fmla="*/ 38 h 59"/>
                <a:gd name="T2" fmla="*/ 34 w 60"/>
                <a:gd name="T3" fmla="*/ 59 h 59"/>
                <a:gd name="T4" fmla="*/ 0 w 60"/>
                <a:gd name="T5" fmla="*/ 2 h 59"/>
                <a:gd name="T6" fmla="*/ 5 w 60"/>
                <a:gd name="T7" fmla="*/ 1 h 59"/>
                <a:gd name="T8" fmla="*/ 60 w 60"/>
                <a:gd name="T9" fmla="*/ 3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59">
                  <a:moveTo>
                    <a:pt x="60" y="38"/>
                  </a:moveTo>
                  <a:cubicBezTo>
                    <a:pt x="34" y="59"/>
                    <a:pt x="34" y="59"/>
                    <a:pt x="34" y="59"/>
                  </a:cubicBezTo>
                  <a:cubicBezTo>
                    <a:pt x="22" y="41"/>
                    <a:pt x="10" y="21"/>
                    <a:pt x="0" y="2"/>
                  </a:cubicBezTo>
                  <a:cubicBezTo>
                    <a:pt x="1" y="2"/>
                    <a:pt x="3" y="1"/>
                    <a:pt x="5" y="1"/>
                  </a:cubicBezTo>
                  <a:cubicBezTo>
                    <a:pt x="29" y="0"/>
                    <a:pt x="52" y="15"/>
                    <a:pt x="60" y="38"/>
                  </a:cubicBez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îṥḻíďê"/>
            <p:cNvSpPr/>
            <p:nvPr/>
          </p:nvSpPr>
          <p:spPr bwMode="auto">
            <a:xfrm>
              <a:off x="2914651" y="4897438"/>
              <a:ext cx="44450" cy="52388"/>
            </a:xfrm>
            <a:custGeom>
              <a:avLst/>
              <a:gdLst>
                <a:gd name="T0" fmla="*/ 27 w 27"/>
                <a:gd name="T1" fmla="*/ 0 h 32"/>
                <a:gd name="T2" fmla="*/ 20 w 27"/>
                <a:gd name="T3" fmla="*/ 26 h 32"/>
                <a:gd name="T4" fmla="*/ 17 w 27"/>
                <a:gd name="T5" fmla="*/ 32 h 32"/>
                <a:gd name="T6" fmla="*/ 13 w 27"/>
                <a:gd name="T7" fmla="*/ 27 h 32"/>
                <a:gd name="T8" fmla="*/ 0 w 27"/>
                <a:gd name="T9" fmla="*/ 7 h 32"/>
                <a:gd name="T10" fmla="*/ 27 w 27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32">
                  <a:moveTo>
                    <a:pt x="27" y="0"/>
                  </a:moveTo>
                  <a:cubicBezTo>
                    <a:pt x="27" y="9"/>
                    <a:pt x="24" y="18"/>
                    <a:pt x="20" y="26"/>
                  </a:cubicBezTo>
                  <a:cubicBezTo>
                    <a:pt x="19" y="28"/>
                    <a:pt x="18" y="30"/>
                    <a:pt x="17" y="32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9" y="20"/>
                    <a:pt x="4" y="13"/>
                    <a:pt x="0" y="7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iSḻîḑê"/>
            <p:cNvSpPr/>
            <p:nvPr/>
          </p:nvSpPr>
          <p:spPr bwMode="auto">
            <a:xfrm>
              <a:off x="2803526" y="4575176"/>
              <a:ext cx="187325" cy="188913"/>
            </a:xfrm>
            <a:custGeom>
              <a:avLst/>
              <a:gdLst>
                <a:gd name="T0" fmla="*/ 61 w 114"/>
                <a:gd name="T1" fmla="*/ 113 h 115"/>
                <a:gd name="T2" fmla="*/ 2 w 114"/>
                <a:gd name="T3" fmla="*/ 60 h 115"/>
                <a:gd name="T4" fmla="*/ 43 w 114"/>
                <a:gd name="T5" fmla="*/ 3 h 115"/>
                <a:gd name="T6" fmla="*/ 43 w 114"/>
                <a:gd name="T7" fmla="*/ 26 h 115"/>
                <a:gd name="T8" fmla="*/ 55 w 114"/>
                <a:gd name="T9" fmla="*/ 1 h 115"/>
                <a:gd name="T10" fmla="*/ 114 w 114"/>
                <a:gd name="T11" fmla="*/ 54 h 115"/>
                <a:gd name="T12" fmla="*/ 114 w 114"/>
                <a:gd name="T13" fmla="*/ 55 h 115"/>
                <a:gd name="T14" fmla="*/ 112 w 114"/>
                <a:gd name="T15" fmla="*/ 74 h 115"/>
                <a:gd name="T16" fmla="*/ 61 w 114"/>
                <a:gd name="T17" fmla="*/ 11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115">
                  <a:moveTo>
                    <a:pt x="61" y="113"/>
                  </a:moveTo>
                  <a:cubicBezTo>
                    <a:pt x="30" y="115"/>
                    <a:pt x="4" y="91"/>
                    <a:pt x="2" y="60"/>
                  </a:cubicBezTo>
                  <a:cubicBezTo>
                    <a:pt x="0" y="34"/>
                    <a:pt x="18" y="10"/>
                    <a:pt x="43" y="3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86" y="0"/>
                    <a:pt x="113" y="23"/>
                    <a:pt x="114" y="54"/>
                  </a:cubicBezTo>
                  <a:cubicBezTo>
                    <a:pt x="114" y="55"/>
                    <a:pt x="114" y="55"/>
                    <a:pt x="114" y="55"/>
                  </a:cubicBezTo>
                  <a:cubicBezTo>
                    <a:pt x="114" y="61"/>
                    <a:pt x="114" y="68"/>
                    <a:pt x="112" y="74"/>
                  </a:cubicBezTo>
                  <a:cubicBezTo>
                    <a:pt x="105" y="96"/>
                    <a:pt x="84" y="112"/>
                    <a:pt x="61" y="113"/>
                  </a:cubicBezTo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iślïḍè"/>
            <p:cNvSpPr/>
            <p:nvPr/>
          </p:nvSpPr>
          <p:spPr bwMode="auto">
            <a:xfrm>
              <a:off x="3030538" y="4427538"/>
              <a:ext cx="185738" cy="187325"/>
            </a:xfrm>
            <a:custGeom>
              <a:avLst/>
              <a:gdLst>
                <a:gd name="T0" fmla="*/ 59 w 113"/>
                <a:gd name="T1" fmla="*/ 112 h 114"/>
                <a:gd name="T2" fmla="*/ 1 w 113"/>
                <a:gd name="T3" fmla="*/ 59 h 114"/>
                <a:gd name="T4" fmla="*/ 55 w 113"/>
                <a:gd name="T5" fmla="*/ 0 h 114"/>
                <a:gd name="T6" fmla="*/ 84 w 113"/>
                <a:gd name="T7" fmla="*/ 7 h 114"/>
                <a:gd name="T8" fmla="*/ 74 w 113"/>
                <a:gd name="T9" fmla="*/ 34 h 114"/>
                <a:gd name="T10" fmla="*/ 94 w 113"/>
                <a:gd name="T11" fmla="*/ 15 h 114"/>
                <a:gd name="T12" fmla="*/ 113 w 113"/>
                <a:gd name="T13" fmla="*/ 54 h 114"/>
                <a:gd name="T14" fmla="*/ 111 w 113"/>
                <a:gd name="T15" fmla="*/ 69 h 114"/>
                <a:gd name="T16" fmla="*/ 59 w 113"/>
                <a:gd name="T17" fmla="*/ 1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114">
                  <a:moveTo>
                    <a:pt x="59" y="112"/>
                  </a:moveTo>
                  <a:cubicBezTo>
                    <a:pt x="28" y="114"/>
                    <a:pt x="2" y="89"/>
                    <a:pt x="1" y="59"/>
                  </a:cubicBezTo>
                  <a:cubicBezTo>
                    <a:pt x="0" y="28"/>
                    <a:pt x="24" y="2"/>
                    <a:pt x="55" y="0"/>
                  </a:cubicBezTo>
                  <a:cubicBezTo>
                    <a:pt x="65" y="0"/>
                    <a:pt x="75" y="2"/>
                    <a:pt x="84" y="7"/>
                  </a:cubicBezTo>
                  <a:cubicBezTo>
                    <a:pt x="74" y="34"/>
                    <a:pt x="74" y="34"/>
                    <a:pt x="74" y="34"/>
                  </a:cubicBezTo>
                  <a:cubicBezTo>
                    <a:pt x="94" y="15"/>
                    <a:pt x="94" y="15"/>
                    <a:pt x="94" y="15"/>
                  </a:cubicBezTo>
                  <a:cubicBezTo>
                    <a:pt x="105" y="25"/>
                    <a:pt x="112" y="39"/>
                    <a:pt x="113" y="54"/>
                  </a:cubicBezTo>
                  <a:cubicBezTo>
                    <a:pt x="113" y="59"/>
                    <a:pt x="112" y="64"/>
                    <a:pt x="111" y="69"/>
                  </a:cubicBezTo>
                  <a:cubicBezTo>
                    <a:pt x="105" y="94"/>
                    <a:pt x="84" y="111"/>
                    <a:pt x="59" y="112"/>
                  </a:cubicBezTo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ïṧḻïḋe"/>
            <p:cNvSpPr/>
            <p:nvPr/>
          </p:nvSpPr>
          <p:spPr bwMode="auto">
            <a:xfrm>
              <a:off x="2938463" y="4278313"/>
              <a:ext cx="173038" cy="77788"/>
            </a:xfrm>
            <a:custGeom>
              <a:avLst/>
              <a:gdLst>
                <a:gd name="T0" fmla="*/ 105 w 105"/>
                <a:gd name="T1" fmla="*/ 38 h 48"/>
                <a:gd name="T2" fmla="*/ 105 w 105"/>
                <a:gd name="T3" fmla="*/ 38 h 48"/>
                <a:gd name="T4" fmla="*/ 104 w 105"/>
                <a:gd name="T5" fmla="*/ 41 h 48"/>
                <a:gd name="T6" fmla="*/ 102 w 105"/>
                <a:gd name="T7" fmla="*/ 48 h 48"/>
                <a:gd name="T8" fmla="*/ 105 w 105"/>
                <a:gd name="T9" fmla="*/ 38 h 48"/>
                <a:gd name="T10" fmla="*/ 1 w 105"/>
                <a:gd name="T11" fmla="*/ 0 h 48"/>
                <a:gd name="T12" fmla="*/ 0 w 105"/>
                <a:gd name="T13" fmla="*/ 2 h 48"/>
                <a:gd name="T14" fmla="*/ 1 w 105"/>
                <a:gd name="T15" fmla="*/ 0 h 48"/>
                <a:gd name="T16" fmla="*/ 1 w 105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48">
                  <a:moveTo>
                    <a:pt x="105" y="38"/>
                  </a:moveTo>
                  <a:cubicBezTo>
                    <a:pt x="105" y="38"/>
                    <a:pt x="105" y="38"/>
                    <a:pt x="105" y="38"/>
                  </a:cubicBezTo>
                  <a:cubicBezTo>
                    <a:pt x="105" y="39"/>
                    <a:pt x="105" y="40"/>
                    <a:pt x="104" y="41"/>
                  </a:cubicBezTo>
                  <a:cubicBezTo>
                    <a:pt x="104" y="44"/>
                    <a:pt x="103" y="46"/>
                    <a:pt x="102" y="48"/>
                  </a:cubicBezTo>
                  <a:cubicBezTo>
                    <a:pt x="103" y="44"/>
                    <a:pt x="105" y="41"/>
                    <a:pt x="105" y="38"/>
                  </a:cubicBezTo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íṥḻïdê"/>
            <p:cNvSpPr/>
            <p:nvPr/>
          </p:nvSpPr>
          <p:spPr bwMode="auto">
            <a:xfrm>
              <a:off x="2917826" y="4278313"/>
              <a:ext cx="193675" cy="131763"/>
            </a:xfrm>
            <a:custGeom>
              <a:avLst/>
              <a:gdLst>
                <a:gd name="T0" fmla="*/ 13 w 117"/>
                <a:gd name="T1" fmla="*/ 0 h 81"/>
                <a:gd name="T2" fmla="*/ 12 w 117"/>
                <a:gd name="T3" fmla="*/ 2 h 81"/>
                <a:gd name="T4" fmla="*/ 39 w 117"/>
                <a:gd name="T5" fmla="*/ 75 h 81"/>
                <a:gd name="T6" fmla="*/ 63 w 117"/>
                <a:gd name="T7" fmla="*/ 81 h 81"/>
                <a:gd name="T8" fmla="*/ 114 w 117"/>
                <a:gd name="T9" fmla="*/ 49 h 81"/>
                <a:gd name="T10" fmla="*/ 114 w 117"/>
                <a:gd name="T11" fmla="*/ 48 h 81"/>
                <a:gd name="T12" fmla="*/ 116 w 117"/>
                <a:gd name="T13" fmla="*/ 41 h 81"/>
                <a:gd name="T14" fmla="*/ 117 w 117"/>
                <a:gd name="T15" fmla="*/ 38 h 81"/>
                <a:gd name="T16" fmla="*/ 111 w 117"/>
                <a:gd name="T17" fmla="*/ 38 h 81"/>
                <a:gd name="T18" fmla="*/ 73 w 117"/>
                <a:gd name="T19" fmla="*/ 44 h 81"/>
                <a:gd name="T20" fmla="*/ 69 w 117"/>
                <a:gd name="T21" fmla="*/ 44 h 81"/>
                <a:gd name="T22" fmla="*/ 37 w 117"/>
                <a:gd name="T23" fmla="*/ 32 h 81"/>
                <a:gd name="T24" fmla="*/ 27 w 117"/>
                <a:gd name="T25" fmla="*/ 14 h 81"/>
                <a:gd name="T26" fmla="*/ 13 w 117"/>
                <a:gd name="T2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7" h="81">
                  <a:moveTo>
                    <a:pt x="13" y="0"/>
                  </a:moveTo>
                  <a:cubicBezTo>
                    <a:pt x="12" y="1"/>
                    <a:pt x="12" y="1"/>
                    <a:pt x="12" y="2"/>
                  </a:cubicBezTo>
                  <a:cubicBezTo>
                    <a:pt x="0" y="30"/>
                    <a:pt x="11" y="62"/>
                    <a:pt x="39" y="75"/>
                  </a:cubicBezTo>
                  <a:cubicBezTo>
                    <a:pt x="47" y="79"/>
                    <a:pt x="55" y="81"/>
                    <a:pt x="63" y="81"/>
                  </a:cubicBezTo>
                  <a:cubicBezTo>
                    <a:pt x="84" y="81"/>
                    <a:pt x="104" y="69"/>
                    <a:pt x="114" y="49"/>
                  </a:cubicBezTo>
                  <a:cubicBezTo>
                    <a:pt x="114" y="48"/>
                    <a:pt x="114" y="48"/>
                    <a:pt x="114" y="48"/>
                  </a:cubicBezTo>
                  <a:cubicBezTo>
                    <a:pt x="115" y="46"/>
                    <a:pt x="116" y="44"/>
                    <a:pt x="116" y="41"/>
                  </a:cubicBezTo>
                  <a:cubicBezTo>
                    <a:pt x="117" y="40"/>
                    <a:pt x="117" y="39"/>
                    <a:pt x="117" y="38"/>
                  </a:cubicBezTo>
                  <a:cubicBezTo>
                    <a:pt x="115" y="38"/>
                    <a:pt x="113" y="38"/>
                    <a:pt x="111" y="38"/>
                  </a:cubicBezTo>
                  <a:cubicBezTo>
                    <a:pt x="98" y="39"/>
                    <a:pt x="86" y="44"/>
                    <a:pt x="73" y="44"/>
                  </a:cubicBezTo>
                  <a:cubicBezTo>
                    <a:pt x="71" y="44"/>
                    <a:pt x="70" y="44"/>
                    <a:pt x="69" y="44"/>
                  </a:cubicBezTo>
                  <a:cubicBezTo>
                    <a:pt x="57" y="44"/>
                    <a:pt x="44" y="41"/>
                    <a:pt x="37" y="32"/>
                  </a:cubicBezTo>
                  <a:cubicBezTo>
                    <a:pt x="33" y="26"/>
                    <a:pt x="30" y="20"/>
                    <a:pt x="27" y="14"/>
                  </a:cubicBezTo>
                  <a:cubicBezTo>
                    <a:pt x="23" y="8"/>
                    <a:pt x="18" y="4"/>
                    <a:pt x="13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4" name="íşḻïḍe"/>
            <p:cNvSpPr/>
            <p:nvPr/>
          </p:nvSpPr>
          <p:spPr bwMode="auto">
            <a:xfrm>
              <a:off x="3043238" y="4565651"/>
              <a:ext cx="84138" cy="46038"/>
            </a:xfrm>
            <a:custGeom>
              <a:avLst/>
              <a:gdLst>
                <a:gd name="T0" fmla="*/ 0 w 51"/>
                <a:gd name="T1" fmla="*/ 0 h 28"/>
                <a:gd name="T2" fmla="*/ 0 w 51"/>
                <a:gd name="T3" fmla="*/ 1 h 28"/>
                <a:gd name="T4" fmla="*/ 48 w 51"/>
                <a:gd name="T5" fmla="*/ 28 h 28"/>
                <a:gd name="T6" fmla="*/ 51 w 51"/>
                <a:gd name="T7" fmla="*/ 28 h 28"/>
                <a:gd name="T8" fmla="*/ 49 w 51"/>
                <a:gd name="T9" fmla="*/ 28 h 28"/>
                <a:gd name="T10" fmla="*/ 0 w 51"/>
                <a:gd name="T1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2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0" y="18"/>
                    <a:pt x="28" y="28"/>
                    <a:pt x="48" y="28"/>
                  </a:cubicBezTo>
                  <a:cubicBezTo>
                    <a:pt x="49" y="28"/>
                    <a:pt x="50" y="28"/>
                    <a:pt x="51" y="28"/>
                  </a:cubicBezTo>
                  <a:cubicBezTo>
                    <a:pt x="50" y="28"/>
                    <a:pt x="50" y="28"/>
                    <a:pt x="49" y="28"/>
                  </a:cubicBezTo>
                  <a:cubicBezTo>
                    <a:pt x="28" y="28"/>
                    <a:pt x="10" y="17"/>
                    <a:pt x="0" y="0"/>
                  </a:cubicBezTo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íŝlîdè"/>
            <p:cNvSpPr/>
            <p:nvPr/>
          </p:nvSpPr>
          <p:spPr bwMode="auto">
            <a:xfrm>
              <a:off x="3030538" y="4479926"/>
              <a:ext cx="12700" cy="87313"/>
            </a:xfrm>
            <a:custGeom>
              <a:avLst/>
              <a:gdLst>
                <a:gd name="T0" fmla="*/ 6 w 8"/>
                <a:gd name="T1" fmla="*/ 0 h 53"/>
                <a:gd name="T2" fmla="*/ 0 w 8"/>
                <a:gd name="T3" fmla="*/ 27 h 53"/>
                <a:gd name="T4" fmla="*/ 8 w 8"/>
                <a:gd name="T5" fmla="*/ 53 h 53"/>
                <a:gd name="T6" fmla="*/ 8 w 8"/>
                <a:gd name="T7" fmla="*/ 52 h 53"/>
                <a:gd name="T8" fmla="*/ 1 w 8"/>
                <a:gd name="T9" fmla="*/ 27 h 53"/>
                <a:gd name="T10" fmla="*/ 6 w 8"/>
                <a:gd name="T11" fmla="*/ 1 h 53"/>
                <a:gd name="T12" fmla="*/ 6 w 8"/>
                <a:gd name="T1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3">
                  <a:moveTo>
                    <a:pt x="6" y="0"/>
                  </a:moveTo>
                  <a:cubicBezTo>
                    <a:pt x="2" y="9"/>
                    <a:pt x="0" y="18"/>
                    <a:pt x="0" y="27"/>
                  </a:cubicBezTo>
                  <a:cubicBezTo>
                    <a:pt x="1" y="37"/>
                    <a:pt x="4" y="46"/>
                    <a:pt x="8" y="53"/>
                  </a:cubicBezTo>
                  <a:cubicBezTo>
                    <a:pt x="8" y="53"/>
                    <a:pt x="8" y="52"/>
                    <a:pt x="8" y="52"/>
                  </a:cubicBezTo>
                  <a:cubicBezTo>
                    <a:pt x="4" y="44"/>
                    <a:pt x="1" y="36"/>
                    <a:pt x="1" y="27"/>
                  </a:cubicBezTo>
                  <a:cubicBezTo>
                    <a:pt x="1" y="17"/>
                    <a:pt x="3" y="9"/>
                    <a:pt x="6" y="1"/>
                  </a:cubicBezTo>
                  <a:cubicBezTo>
                    <a:pt x="6" y="1"/>
                    <a:pt x="6" y="0"/>
                    <a:pt x="6" y="0"/>
                  </a:cubicBezTo>
                </a:path>
              </a:pathLst>
            </a:custGeom>
            <a:solidFill>
              <a:srgbClr val="3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iṣḻîḓé"/>
            <p:cNvSpPr/>
            <p:nvPr/>
          </p:nvSpPr>
          <p:spPr bwMode="auto">
            <a:xfrm>
              <a:off x="3032126" y="4481513"/>
              <a:ext cx="180975" cy="130175"/>
            </a:xfrm>
            <a:custGeom>
              <a:avLst/>
              <a:gdLst>
                <a:gd name="T0" fmla="*/ 5 w 110"/>
                <a:gd name="T1" fmla="*/ 0 h 79"/>
                <a:gd name="T2" fmla="*/ 0 w 110"/>
                <a:gd name="T3" fmla="*/ 26 h 79"/>
                <a:gd name="T4" fmla="*/ 7 w 110"/>
                <a:gd name="T5" fmla="*/ 51 h 79"/>
                <a:gd name="T6" fmla="*/ 56 w 110"/>
                <a:gd name="T7" fmla="*/ 79 h 79"/>
                <a:gd name="T8" fmla="*/ 58 w 110"/>
                <a:gd name="T9" fmla="*/ 79 h 79"/>
                <a:gd name="T10" fmla="*/ 58 w 110"/>
                <a:gd name="T11" fmla="*/ 79 h 79"/>
                <a:gd name="T12" fmla="*/ 110 w 110"/>
                <a:gd name="T13" fmla="*/ 36 h 79"/>
                <a:gd name="T14" fmla="*/ 104 w 110"/>
                <a:gd name="T15" fmla="*/ 37 h 79"/>
                <a:gd name="T16" fmla="*/ 64 w 110"/>
                <a:gd name="T17" fmla="*/ 42 h 79"/>
                <a:gd name="T18" fmla="*/ 61 w 110"/>
                <a:gd name="T19" fmla="*/ 42 h 79"/>
                <a:gd name="T20" fmla="*/ 27 w 110"/>
                <a:gd name="T21" fmla="*/ 29 h 79"/>
                <a:gd name="T22" fmla="*/ 16 w 110"/>
                <a:gd name="T23" fmla="*/ 11 h 79"/>
                <a:gd name="T24" fmla="*/ 5 w 110"/>
                <a:gd name="T25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0" h="79">
                  <a:moveTo>
                    <a:pt x="5" y="0"/>
                  </a:moveTo>
                  <a:cubicBezTo>
                    <a:pt x="2" y="8"/>
                    <a:pt x="0" y="16"/>
                    <a:pt x="0" y="26"/>
                  </a:cubicBezTo>
                  <a:cubicBezTo>
                    <a:pt x="0" y="35"/>
                    <a:pt x="3" y="43"/>
                    <a:pt x="7" y="51"/>
                  </a:cubicBezTo>
                  <a:cubicBezTo>
                    <a:pt x="17" y="68"/>
                    <a:pt x="35" y="79"/>
                    <a:pt x="56" y="79"/>
                  </a:cubicBezTo>
                  <a:cubicBezTo>
                    <a:pt x="57" y="79"/>
                    <a:pt x="57" y="79"/>
                    <a:pt x="58" y="79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83" y="78"/>
                    <a:pt x="104" y="61"/>
                    <a:pt x="110" y="36"/>
                  </a:cubicBezTo>
                  <a:cubicBezTo>
                    <a:pt x="108" y="36"/>
                    <a:pt x="106" y="37"/>
                    <a:pt x="104" y="37"/>
                  </a:cubicBezTo>
                  <a:cubicBezTo>
                    <a:pt x="91" y="38"/>
                    <a:pt x="78" y="42"/>
                    <a:pt x="64" y="42"/>
                  </a:cubicBezTo>
                  <a:cubicBezTo>
                    <a:pt x="63" y="42"/>
                    <a:pt x="62" y="42"/>
                    <a:pt x="61" y="42"/>
                  </a:cubicBezTo>
                  <a:cubicBezTo>
                    <a:pt x="49" y="42"/>
                    <a:pt x="35" y="39"/>
                    <a:pt x="27" y="29"/>
                  </a:cubicBezTo>
                  <a:cubicBezTo>
                    <a:pt x="22" y="24"/>
                    <a:pt x="20" y="17"/>
                    <a:pt x="16" y="11"/>
                  </a:cubicBezTo>
                  <a:cubicBezTo>
                    <a:pt x="13" y="6"/>
                    <a:pt x="9" y="3"/>
                    <a:pt x="5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ïśľïḓè"/>
            <p:cNvSpPr/>
            <p:nvPr/>
          </p:nvSpPr>
          <p:spPr bwMode="auto">
            <a:xfrm>
              <a:off x="2943226" y="4725988"/>
              <a:ext cx="28575" cy="25400"/>
            </a:xfrm>
            <a:custGeom>
              <a:avLst/>
              <a:gdLst>
                <a:gd name="T0" fmla="*/ 17 w 17"/>
                <a:gd name="T1" fmla="*/ 0 h 15"/>
                <a:gd name="T2" fmla="*/ 17 w 17"/>
                <a:gd name="T3" fmla="*/ 0 h 15"/>
                <a:gd name="T4" fmla="*/ 0 w 17"/>
                <a:gd name="T5" fmla="*/ 14 h 15"/>
                <a:gd name="T6" fmla="*/ 0 w 17"/>
                <a:gd name="T7" fmla="*/ 15 h 15"/>
                <a:gd name="T8" fmla="*/ 17 w 17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5"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2" y="6"/>
                    <a:pt x="6" y="11"/>
                    <a:pt x="0" y="14"/>
                  </a:cubicBezTo>
                  <a:cubicBezTo>
                    <a:pt x="0" y="14"/>
                    <a:pt x="0" y="15"/>
                    <a:pt x="0" y="15"/>
                  </a:cubicBezTo>
                  <a:cubicBezTo>
                    <a:pt x="6" y="11"/>
                    <a:pt x="12" y="6"/>
                    <a:pt x="17" y="0"/>
                  </a:cubicBezTo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ïṣlïḓè"/>
            <p:cNvSpPr/>
            <p:nvPr/>
          </p:nvSpPr>
          <p:spPr bwMode="auto">
            <a:xfrm>
              <a:off x="2903538" y="4695826"/>
              <a:ext cx="84138" cy="65088"/>
            </a:xfrm>
            <a:custGeom>
              <a:avLst/>
              <a:gdLst>
                <a:gd name="T0" fmla="*/ 24 w 51"/>
                <a:gd name="T1" fmla="*/ 32 h 39"/>
                <a:gd name="T2" fmla="*/ 0 w 51"/>
                <a:gd name="T3" fmla="*/ 39 h 39"/>
                <a:gd name="T4" fmla="*/ 24 w 51"/>
                <a:gd name="T5" fmla="*/ 33 h 39"/>
                <a:gd name="T6" fmla="*/ 24 w 51"/>
                <a:gd name="T7" fmla="*/ 32 h 39"/>
                <a:gd name="T8" fmla="*/ 51 w 51"/>
                <a:gd name="T9" fmla="*/ 0 h 39"/>
                <a:gd name="T10" fmla="*/ 51 w 51"/>
                <a:gd name="T11" fmla="*/ 0 h 39"/>
                <a:gd name="T12" fmla="*/ 51 w 51"/>
                <a:gd name="T13" fmla="*/ 0 h 39"/>
                <a:gd name="T14" fmla="*/ 41 w 51"/>
                <a:gd name="T15" fmla="*/ 18 h 39"/>
                <a:gd name="T16" fmla="*/ 41 w 51"/>
                <a:gd name="T17" fmla="*/ 18 h 39"/>
                <a:gd name="T18" fmla="*/ 51 w 51"/>
                <a:gd name="T1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39">
                  <a:moveTo>
                    <a:pt x="24" y="32"/>
                  </a:moveTo>
                  <a:cubicBezTo>
                    <a:pt x="16" y="36"/>
                    <a:pt x="8" y="39"/>
                    <a:pt x="0" y="39"/>
                  </a:cubicBezTo>
                  <a:cubicBezTo>
                    <a:pt x="8" y="39"/>
                    <a:pt x="16" y="36"/>
                    <a:pt x="24" y="33"/>
                  </a:cubicBezTo>
                  <a:cubicBezTo>
                    <a:pt x="24" y="33"/>
                    <a:pt x="24" y="32"/>
                    <a:pt x="24" y="32"/>
                  </a:cubicBezTo>
                  <a:moveTo>
                    <a:pt x="51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7"/>
                    <a:pt x="45" y="13"/>
                    <a:pt x="41" y="18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5" y="13"/>
                    <a:pt x="49" y="6"/>
                    <a:pt x="51" y="0"/>
                  </a:cubicBezTo>
                </a:path>
              </a:pathLst>
            </a:custGeom>
            <a:solidFill>
              <a:srgbClr val="3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iSḻiḍé"/>
            <p:cNvSpPr/>
            <p:nvPr/>
          </p:nvSpPr>
          <p:spPr bwMode="auto">
            <a:xfrm>
              <a:off x="2806701" y="4630738"/>
              <a:ext cx="180975" cy="130175"/>
            </a:xfrm>
            <a:custGeom>
              <a:avLst/>
              <a:gdLst>
                <a:gd name="T0" fmla="*/ 5 w 110"/>
                <a:gd name="T1" fmla="*/ 0 h 79"/>
                <a:gd name="T2" fmla="*/ 0 w 110"/>
                <a:gd name="T3" fmla="*/ 26 h 79"/>
                <a:gd name="T4" fmla="*/ 56 w 110"/>
                <a:gd name="T5" fmla="*/ 79 h 79"/>
                <a:gd name="T6" fmla="*/ 59 w 110"/>
                <a:gd name="T7" fmla="*/ 79 h 79"/>
                <a:gd name="T8" fmla="*/ 59 w 110"/>
                <a:gd name="T9" fmla="*/ 79 h 79"/>
                <a:gd name="T10" fmla="*/ 83 w 110"/>
                <a:gd name="T11" fmla="*/ 72 h 79"/>
                <a:gd name="T12" fmla="*/ 100 w 110"/>
                <a:gd name="T13" fmla="*/ 58 h 79"/>
                <a:gd name="T14" fmla="*/ 110 w 110"/>
                <a:gd name="T15" fmla="*/ 40 h 79"/>
                <a:gd name="T16" fmla="*/ 110 w 110"/>
                <a:gd name="T17" fmla="*/ 40 h 79"/>
                <a:gd name="T18" fmla="*/ 69 w 110"/>
                <a:gd name="T19" fmla="*/ 44 h 79"/>
                <a:gd name="T20" fmla="*/ 67 w 110"/>
                <a:gd name="T21" fmla="*/ 44 h 79"/>
                <a:gd name="T22" fmla="*/ 29 w 110"/>
                <a:gd name="T23" fmla="*/ 30 h 79"/>
                <a:gd name="T24" fmla="*/ 17 w 110"/>
                <a:gd name="T25" fmla="*/ 11 h 79"/>
                <a:gd name="T26" fmla="*/ 5 w 110"/>
                <a:gd name="T2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79">
                  <a:moveTo>
                    <a:pt x="5" y="0"/>
                  </a:moveTo>
                  <a:cubicBezTo>
                    <a:pt x="1" y="8"/>
                    <a:pt x="0" y="17"/>
                    <a:pt x="0" y="26"/>
                  </a:cubicBezTo>
                  <a:cubicBezTo>
                    <a:pt x="2" y="56"/>
                    <a:pt x="26" y="79"/>
                    <a:pt x="56" y="79"/>
                  </a:cubicBezTo>
                  <a:cubicBezTo>
                    <a:pt x="57" y="79"/>
                    <a:pt x="58" y="79"/>
                    <a:pt x="59" y="79"/>
                  </a:cubicBezTo>
                  <a:cubicBezTo>
                    <a:pt x="59" y="79"/>
                    <a:pt x="59" y="79"/>
                    <a:pt x="59" y="79"/>
                  </a:cubicBezTo>
                  <a:cubicBezTo>
                    <a:pt x="67" y="79"/>
                    <a:pt x="75" y="76"/>
                    <a:pt x="83" y="72"/>
                  </a:cubicBezTo>
                  <a:cubicBezTo>
                    <a:pt x="89" y="69"/>
                    <a:pt x="95" y="64"/>
                    <a:pt x="100" y="58"/>
                  </a:cubicBezTo>
                  <a:cubicBezTo>
                    <a:pt x="104" y="53"/>
                    <a:pt x="108" y="47"/>
                    <a:pt x="110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96" y="41"/>
                    <a:pt x="83" y="44"/>
                    <a:pt x="69" y="44"/>
                  </a:cubicBezTo>
                  <a:cubicBezTo>
                    <a:pt x="68" y="44"/>
                    <a:pt x="67" y="44"/>
                    <a:pt x="67" y="44"/>
                  </a:cubicBezTo>
                  <a:cubicBezTo>
                    <a:pt x="53" y="44"/>
                    <a:pt x="38" y="40"/>
                    <a:pt x="29" y="30"/>
                  </a:cubicBezTo>
                  <a:cubicBezTo>
                    <a:pt x="24" y="25"/>
                    <a:pt x="21" y="18"/>
                    <a:pt x="17" y="11"/>
                  </a:cubicBezTo>
                  <a:cubicBezTo>
                    <a:pt x="14" y="7"/>
                    <a:pt x="10" y="3"/>
                    <a:pt x="5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ïṡḻiḑé"/>
            <p:cNvSpPr/>
            <p:nvPr/>
          </p:nvSpPr>
          <p:spPr bwMode="auto">
            <a:xfrm>
              <a:off x="2938463" y="4940301"/>
              <a:ext cx="11113" cy="9525"/>
            </a:xfrm>
            <a:custGeom>
              <a:avLst/>
              <a:gdLst>
                <a:gd name="T0" fmla="*/ 7 w 7"/>
                <a:gd name="T1" fmla="*/ 0 h 6"/>
                <a:gd name="T2" fmla="*/ 3 w 7"/>
                <a:gd name="T3" fmla="*/ 6 h 6"/>
                <a:gd name="T4" fmla="*/ 0 w 7"/>
                <a:gd name="T5" fmla="*/ 1 h 6"/>
                <a:gd name="T6" fmla="*/ 7 w 7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7" y="0"/>
                  </a:moveTo>
                  <a:cubicBezTo>
                    <a:pt x="6" y="2"/>
                    <a:pt x="4" y="4"/>
                    <a:pt x="3" y="6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客户梳理</a:t>
            </a:r>
            <a:r>
              <a:rPr lang="en-US" altLang="zh-CN" dirty="0"/>
              <a:t>——</a:t>
            </a:r>
            <a:r>
              <a:rPr lang="zh-CN" altLang="en-US" dirty="0"/>
              <a:t>选择可以合作的客户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497104" y="269926"/>
            <a:ext cx="2411671" cy="382759"/>
            <a:chOff x="8497104" y="269926"/>
            <a:chExt cx="2411671" cy="382759"/>
          </a:xfrm>
        </p:grpSpPr>
        <p:sp>
          <p:nvSpPr>
            <p:cNvPr id="4" name="矩形 3"/>
            <p:cNvSpPr/>
            <p:nvPr/>
          </p:nvSpPr>
          <p:spPr>
            <a:xfrm>
              <a:off x="8497104" y="269926"/>
              <a:ext cx="1166409" cy="382759"/>
            </a:xfrm>
            <a:prstGeom prst="rect">
              <a:avLst/>
            </a:prstGeom>
            <a:solidFill>
              <a:srgbClr val="C00000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家装策略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9742366" y="269926"/>
              <a:ext cx="1166409" cy="3827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家装执行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910227" y="2753492"/>
            <a:ext cx="50135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低价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免费试单，低价切入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188730" y="1850056"/>
            <a:ext cx="97200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关键点：</a:t>
            </a:r>
            <a:r>
              <a:rPr lang="zh-CN" altLang="en-US" sz="24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低价切入，服务制胜（让客户觉得我们服务更好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en-US" sz="24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性价比更高）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366212" y="2688176"/>
            <a:ext cx="1476470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方案策略</a:t>
            </a:r>
            <a:endParaRPr lang="en-US" altLang="zh-CN" b="1" dirty="0">
              <a:latin typeface="+mn-ea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1366212" y="3394771"/>
            <a:ext cx="1476470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价格策略</a:t>
            </a:r>
            <a:endParaRPr lang="en-US" altLang="zh-CN" b="1" dirty="0">
              <a:latin typeface="+mn-ea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366212" y="4156387"/>
            <a:ext cx="1476470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产品策略</a:t>
            </a:r>
            <a:endParaRPr lang="en-US" altLang="zh-CN" b="1" dirty="0">
              <a:latin typeface="+mn-ea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1366212" y="5198065"/>
            <a:ext cx="1476470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服务策略</a:t>
            </a:r>
            <a:endParaRPr lang="en-US" altLang="zh-CN" b="1" dirty="0">
              <a:latin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62583" y="3156300"/>
            <a:ext cx="5837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一客一策</a:t>
            </a:r>
          </a:p>
        </p:txBody>
      </p:sp>
      <p:sp>
        <p:nvSpPr>
          <p:cNvPr id="2" name="左中括号 1"/>
          <p:cNvSpPr/>
          <p:nvPr/>
        </p:nvSpPr>
        <p:spPr>
          <a:xfrm>
            <a:off x="1188731" y="2713993"/>
            <a:ext cx="49497" cy="2719324"/>
          </a:xfrm>
          <a:prstGeom prst="leftBracket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2816401" y="3460087"/>
            <a:ext cx="2093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1"/>
            <a:r>
              <a:rPr lang="zh-CN" altLang="en-US" b="1" dirty="0">
                <a:solidFill>
                  <a:srgbClr val="C00000"/>
                </a:solidFill>
                <a:sym typeface="微软雅黑" panose="020B0503020204020204" pitchFamily="34" charset="-122"/>
              </a:rPr>
              <a:t>有的放矢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4910227" y="4221703"/>
            <a:ext cx="5799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阶梯产品方案   高质量产品、高标准施工双保障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908355" y="4763859"/>
            <a:ext cx="7177498" cy="12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配送制度（无起订量配送、送货上楼、时间承诺）</a:t>
            </a:r>
          </a:p>
          <a:p>
            <a:pPr marL="0" lvl="3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售后服务制度（专人跟进施工流程、售后问题处理、包退包换）</a:t>
            </a:r>
          </a:p>
          <a:p>
            <a:pPr marL="0" lvl="3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施工节奏紧凑，不耽误其余部分工期</a:t>
            </a:r>
          </a:p>
          <a:p>
            <a:pPr marL="0" lvl="3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免费的闭水试验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2828605" y="5116332"/>
            <a:ext cx="2093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高服务质量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减轻客户负担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2816401" y="4083204"/>
            <a:ext cx="2093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彰显雨虹品牌力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产品方案客制化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816401" y="2753492"/>
            <a:ext cx="2093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以小博大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4910227" y="3460087"/>
            <a:ext cx="6813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根据客户的属性（高、中、低端）匹配对应的价格方案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88730" y="1353832"/>
            <a:ext cx="3840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示例：某经销商制定的家装客户策略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497104" y="269926"/>
            <a:ext cx="2411671" cy="382759"/>
            <a:chOff x="8497104" y="269926"/>
            <a:chExt cx="2411671" cy="382759"/>
          </a:xfrm>
        </p:grpSpPr>
        <p:sp>
          <p:nvSpPr>
            <p:cNvPr id="5" name="矩形 4"/>
            <p:cNvSpPr/>
            <p:nvPr/>
          </p:nvSpPr>
          <p:spPr>
            <a:xfrm>
              <a:off x="8497104" y="269926"/>
              <a:ext cx="1166409" cy="382759"/>
            </a:xfrm>
            <a:prstGeom prst="rect">
              <a:avLst/>
            </a:prstGeom>
            <a:solidFill>
              <a:srgbClr val="C00000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家装策略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9742366" y="269926"/>
              <a:ext cx="1166409" cy="3827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家装执行</a:t>
              </a:r>
            </a:p>
          </p:txBody>
        </p:sp>
      </p:grp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整体策略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74686" y="1992952"/>
            <a:ext cx="8100837" cy="1469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一个配合：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业务员与老板打配合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业务员先行，跑信息做公关，为老板出场铺路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74686" y="3775781"/>
            <a:ext cx="8100836" cy="193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两个锦囊：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久攻不下，针对客户需求有的放矢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关注技术与质量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技术交流会，进行产品和施工标准宣贯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关注价格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低价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&amp;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免费试单，全面售后服务，展现性价比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左大括号 4"/>
          <p:cNvSpPr/>
          <p:nvPr/>
        </p:nvSpPr>
        <p:spPr>
          <a:xfrm>
            <a:off x="4240188" y="2194066"/>
            <a:ext cx="334850" cy="337666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" name="图形 455"/>
          <p:cNvGrpSpPr>
            <a:grpSpLocks noChangeAspect="1"/>
          </p:cNvGrpSpPr>
          <p:nvPr/>
        </p:nvGrpSpPr>
        <p:grpSpPr>
          <a:xfrm>
            <a:off x="1144056" y="2202198"/>
            <a:ext cx="2236510" cy="3210217"/>
            <a:chOff x="5004244" y="4007739"/>
            <a:chExt cx="524636" cy="753046"/>
          </a:xfrm>
        </p:grpSpPr>
        <p:grpSp>
          <p:nvGrpSpPr>
            <p:cNvPr id="7" name="图形 455"/>
            <p:cNvGrpSpPr/>
            <p:nvPr/>
          </p:nvGrpSpPr>
          <p:grpSpPr>
            <a:xfrm>
              <a:off x="5004244" y="4007739"/>
              <a:ext cx="524636" cy="753046"/>
              <a:chOff x="5004244" y="4007739"/>
              <a:chExt cx="524636" cy="753046"/>
            </a:xfrm>
          </p:grpSpPr>
          <p:sp>
            <p:nvSpPr>
              <p:cNvPr id="24" name="任意多边形: 形状 993"/>
              <p:cNvSpPr/>
              <p:nvPr/>
            </p:nvSpPr>
            <p:spPr>
              <a:xfrm>
                <a:off x="5135403" y="4086415"/>
                <a:ext cx="131159" cy="224790"/>
              </a:xfrm>
              <a:custGeom>
                <a:avLst/>
                <a:gdLst>
                  <a:gd name="connsiteX0" fmla="*/ 131159 w 131159"/>
                  <a:gd name="connsiteY0" fmla="*/ 224790 h 224790"/>
                  <a:gd name="connsiteX1" fmla="*/ 0 w 131159"/>
                  <a:gd name="connsiteY1" fmla="*/ 146113 h 224790"/>
                  <a:gd name="connsiteX2" fmla="*/ 0 w 131159"/>
                  <a:gd name="connsiteY2" fmla="*/ 0 h 224790"/>
                  <a:gd name="connsiteX3" fmla="*/ 131159 w 131159"/>
                  <a:gd name="connsiteY3" fmla="*/ 78677 h 224790"/>
                  <a:gd name="connsiteX4" fmla="*/ 131159 w 131159"/>
                  <a:gd name="connsiteY4" fmla="*/ 224790 h 224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159" h="224790">
                    <a:moveTo>
                      <a:pt x="131159" y="224790"/>
                    </a:moveTo>
                    <a:lnTo>
                      <a:pt x="0" y="146113"/>
                    </a:lnTo>
                    <a:lnTo>
                      <a:pt x="0" y="0"/>
                    </a:lnTo>
                    <a:lnTo>
                      <a:pt x="131159" y="78677"/>
                    </a:lnTo>
                    <a:lnTo>
                      <a:pt x="131159" y="224790"/>
                    </a:lnTo>
                    <a:close/>
                  </a:path>
                </a:pathLst>
              </a:custGeom>
              <a:solidFill>
                <a:srgbClr val="057F6E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: 形状 994"/>
              <p:cNvSpPr/>
              <p:nvPr/>
            </p:nvSpPr>
            <p:spPr>
              <a:xfrm>
                <a:off x="5266562" y="4086415"/>
                <a:ext cx="131159" cy="224790"/>
              </a:xfrm>
              <a:custGeom>
                <a:avLst/>
                <a:gdLst>
                  <a:gd name="connsiteX0" fmla="*/ 0 w 131159"/>
                  <a:gd name="connsiteY0" fmla="*/ 224790 h 224790"/>
                  <a:gd name="connsiteX1" fmla="*/ 131159 w 131159"/>
                  <a:gd name="connsiteY1" fmla="*/ 146113 h 224790"/>
                  <a:gd name="connsiteX2" fmla="*/ 131159 w 131159"/>
                  <a:gd name="connsiteY2" fmla="*/ 0 h 224790"/>
                  <a:gd name="connsiteX3" fmla="*/ 0 w 131159"/>
                  <a:gd name="connsiteY3" fmla="*/ 78677 h 224790"/>
                  <a:gd name="connsiteX4" fmla="*/ 0 w 131159"/>
                  <a:gd name="connsiteY4" fmla="*/ 224790 h 224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159" h="224790">
                    <a:moveTo>
                      <a:pt x="0" y="224790"/>
                    </a:moveTo>
                    <a:lnTo>
                      <a:pt x="131159" y="146113"/>
                    </a:lnTo>
                    <a:lnTo>
                      <a:pt x="131159" y="0"/>
                    </a:lnTo>
                    <a:lnTo>
                      <a:pt x="0" y="78677"/>
                    </a:lnTo>
                    <a:lnTo>
                      <a:pt x="0" y="224790"/>
                    </a:lnTo>
                    <a:close/>
                  </a:path>
                </a:pathLst>
              </a:custGeom>
              <a:solidFill>
                <a:srgbClr val="00B49E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995"/>
              <p:cNvSpPr/>
              <p:nvPr/>
            </p:nvSpPr>
            <p:spPr>
              <a:xfrm>
                <a:off x="5135403" y="4007739"/>
                <a:ext cx="262318" cy="157352"/>
              </a:xfrm>
              <a:custGeom>
                <a:avLst/>
                <a:gdLst>
                  <a:gd name="connsiteX0" fmla="*/ 131159 w 262318"/>
                  <a:gd name="connsiteY0" fmla="*/ 157353 h 157352"/>
                  <a:gd name="connsiteX1" fmla="*/ 262319 w 262318"/>
                  <a:gd name="connsiteY1" fmla="*/ 78676 h 157352"/>
                  <a:gd name="connsiteX2" fmla="*/ 131159 w 262318"/>
                  <a:gd name="connsiteY2" fmla="*/ 0 h 157352"/>
                  <a:gd name="connsiteX3" fmla="*/ 0 w 262318"/>
                  <a:gd name="connsiteY3" fmla="*/ 78676 h 157352"/>
                  <a:gd name="connsiteX4" fmla="*/ 131159 w 262318"/>
                  <a:gd name="connsiteY4" fmla="*/ 157353 h 157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318" h="157352">
                    <a:moveTo>
                      <a:pt x="131159" y="157353"/>
                    </a:moveTo>
                    <a:lnTo>
                      <a:pt x="262319" y="78676"/>
                    </a:lnTo>
                    <a:lnTo>
                      <a:pt x="131159" y="0"/>
                    </a:lnTo>
                    <a:lnTo>
                      <a:pt x="0" y="78676"/>
                    </a:lnTo>
                    <a:lnTo>
                      <a:pt x="131159" y="157353"/>
                    </a:lnTo>
                    <a:close/>
                  </a:path>
                </a:pathLst>
              </a:custGeom>
              <a:solidFill>
                <a:srgbClr val="6BD3C7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996"/>
              <p:cNvSpPr/>
              <p:nvPr/>
            </p:nvSpPr>
            <p:spPr>
              <a:xfrm>
                <a:off x="5004244" y="4311205"/>
                <a:ext cx="131159" cy="224790"/>
              </a:xfrm>
              <a:custGeom>
                <a:avLst/>
                <a:gdLst>
                  <a:gd name="connsiteX0" fmla="*/ 131159 w 131159"/>
                  <a:gd name="connsiteY0" fmla="*/ 224790 h 224790"/>
                  <a:gd name="connsiteX1" fmla="*/ 0 w 131159"/>
                  <a:gd name="connsiteY1" fmla="*/ 146113 h 224790"/>
                  <a:gd name="connsiteX2" fmla="*/ 0 w 131159"/>
                  <a:gd name="connsiteY2" fmla="*/ 0 h 224790"/>
                  <a:gd name="connsiteX3" fmla="*/ 131159 w 131159"/>
                  <a:gd name="connsiteY3" fmla="*/ 78677 h 224790"/>
                  <a:gd name="connsiteX4" fmla="*/ 131159 w 131159"/>
                  <a:gd name="connsiteY4" fmla="*/ 224790 h 224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159" h="224790">
                    <a:moveTo>
                      <a:pt x="131159" y="224790"/>
                    </a:moveTo>
                    <a:lnTo>
                      <a:pt x="0" y="146113"/>
                    </a:lnTo>
                    <a:lnTo>
                      <a:pt x="0" y="0"/>
                    </a:lnTo>
                    <a:lnTo>
                      <a:pt x="131159" y="78677"/>
                    </a:lnTo>
                    <a:lnTo>
                      <a:pt x="131159" y="224790"/>
                    </a:lnTo>
                    <a:close/>
                  </a:path>
                </a:pathLst>
              </a:custGeom>
              <a:solidFill>
                <a:srgbClr val="D3781E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997"/>
              <p:cNvSpPr/>
              <p:nvPr/>
            </p:nvSpPr>
            <p:spPr>
              <a:xfrm>
                <a:off x="5135403" y="4311205"/>
                <a:ext cx="131159" cy="224790"/>
              </a:xfrm>
              <a:custGeom>
                <a:avLst/>
                <a:gdLst>
                  <a:gd name="connsiteX0" fmla="*/ 0 w 131159"/>
                  <a:gd name="connsiteY0" fmla="*/ 224790 h 224790"/>
                  <a:gd name="connsiteX1" fmla="*/ 131159 w 131159"/>
                  <a:gd name="connsiteY1" fmla="*/ 146113 h 224790"/>
                  <a:gd name="connsiteX2" fmla="*/ 131159 w 131159"/>
                  <a:gd name="connsiteY2" fmla="*/ 0 h 224790"/>
                  <a:gd name="connsiteX3" fmla="*/ 0 w 131159"/>
                  <a:gd name="connsiteY3" fmla="*/ 78677 h 224790"/>
                  <a:gd name="connsiteX4" fmla="*/ 0 w 131159"/>
                  <a:gd name="connsiteY4" fmla="*/ 224790 h 224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159" h="224790">
                    <a:moveTo>
                      <a:pt x="0" y="224790"/>
                    </a:moveTo>
                    <a:lnTo>
                      <a:pt x="131159" y="146113"/>
                    </a:lnTo>
                    <a:lnTo>
                      <a:pt x="131159" y="0"/>
                    </a:lnTo>
                    <a:lnTo>
                      <a:pt x="0" y="78677"/>
                    </a:lnTo>
                    <a:lnTo>
                      <a:pt x="0" y="224790"/>
                    </a:lnTo>
                    <a:close/>
                  </a:path>
                </a:pathLst>
              </a:custGeom>
              <a:solidFill>
                <a:srgbClr val="F2922A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998"/>
              <p:cNvSpPr/>
              <p:nvPr/>
            </p:nvSpPr>
            <p:spPr>
              <a:xfrm>
                <a:off x="5004244" y="4232528"/>
                <a:ext cx="262318" cy="157353"/>
              </a:xfrm>
              <a:custGeom>
                <a:avLst/>
                <a:gdLst>
                  <a:gd name="connsiteX0" fmla="*/ 131159 w 262318"/>
                  <a:gd name="connsiteY0" fmla="*/ 157353 h 157353"/>
                  <a:gd name="connsiteX1" fmla="*/ 262318 w 262318"/>
                  <a:gd name="connsiteY1" fmla="*/ 78677 h 157353"/>
                  <a:gd name="connsiteX2" fmla="*/ 131159 w 262318"/>
                  <a:gd name="connsiteY2" fmla="*/ 0 h 157353"/>
                  <a:gd name="connsiteX3" fmla="*/ 0 w 262318"/>
                  <a:gd name="connsiteY3" fmla="*/ 78677 h 157353"/>
                  <a:gd name="connsiteX4" fmla="*/ 131159 w 262318"/>
                  <a:gd name="connsiteY4" fmla="*/ 157353 h 157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318" h="157353">
                    <a:moveTo>
                      <a:pt x="131159" y="157353"/>
                    </a:moveTo>
                    <a:lnTo>
                      <a:pt x="262318" y="78677"/>
                    </a:lnTo>
                    <a:lnTo>
                      <a:pt x="131159" y="0"/>
                    </a:lnTo>
                    <a:lnTo>
                      <a:pt x="0" y="78677"/>
                    </a:lnTo>
                    <a:lnTo>
                      <a:pt x="131159" y="157353"/>
                    </a:lnTo>
                    <a:close/>
                  </a:path>
                </a:pathLst>
              </a:custGeom>
              <a:solidFill>
                <a:srgbClr val="F7BB7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999"/>
              <p:cNvSpPr/>
              <p:nvPr/>
            </p:nvSpPr>
            <p:spPr>
              <a:xfrm>
                <a:off x="5266562" y="4311205"/>
                <a:ext cx="131159" cy="224790"/>
              </a:xfrm>
              <a:custGeom>
                <a:avLst/>
                <a:gdLst>
                  <a:gd name="connsiteX0" fmla="*/ 131159 w 131159"/>
                  <a:gd name="connsiteY0" fmla="*/ 224790 h 224790"/>
                  <a:gd name="connsiteX1" fmla="*/ 0 w 131159"/>
                  <a:gd name="connsiteY1" fmla="*/ 146113 h 224790"/>
                  <a:gd name="connsiteX2" fmla="*/ 0 w 131159"/>
                  <a:gd name="connsiteY2" fmla="*/ 0 h 224790"/>
                  <a:gd name="connsiteX3" fmla="*/ 131159 w 131159"/>
                  <a:gd name="connsiteY3" fmla="*/ 78677 h 224790"/>
                  <a:gd name="connsiteX4" fmla="*/ 131159 w 131159"/>
                  <a:gd name="connsiteY4" fmla="*/ 224790 h 224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159" h="224790">
                    <a:moveTo>
                      <a:pt x="131159" y="224790"/>
                    </a:moveTo>
                    <a:lnTo>
                      <a:pt x="0" y="146113"/>
                    </a:lnTo>
                    <a:lnTo>
                      <a:pt x="0" y="0"/>
                    </a:lnTo>
                    <a:lnTo>
                      <a:pt x="131159" y="78677"/>
                    </a:lnTo>
                    <a:lnTo>
                      <a:pt x="131159" y="224790"/>
                    </a:lnTo>
                    <a:close/>
                  </a:path>
                </a:pathLst>
              </a:custGeom>
              <a:solidFill>
                <a:srgbClr val="006F77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: 形状 1000"/>
              <p:cNvSpPr/>
              <p:nvPr/>
            </p:nvSpPr>
            <p:spPr>
              <a:xfrm>
                <a:off x="5397721" y="4311205"/>
                <a:ext cx="131159" cy="224790"/>
              </a:xfrm>
              <a:custGeom>
                <a:avLst/>
                <a:gdLst>
                  <a:gd name="connsiteX0" fmla="*/ 0 w 131159"/>
                  <a:gd name="connsiteY0" fmla="*/ 224790 h 224790"/>
                  <a:gd name="connsiteX1" fmla="*/ 131159 w 131159"/>
                  <a:gd name="connsiteY1" fmla="*/ 146113 h 224790"/>
                  <a:gd name="connsiteX2" fmla="*/ 131159 w 131159"/>
                  <a:gd name="connsiteY2" fmla="*/ 0 h 224790"/>
                  <a:gd name="connsiteX3" fmla="*/ 0 w 131159"/>
                  <a:gd name="connsiteY3" fmla="*/ 78677 h 224790"/>
                  <a:gd name="connsiteX4" fmla="*/ 0 w 131159"/>
                  <a:gd name="connsiteY4" fmla="*/ 224790 h 224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159" h="224790">
                    <a:moveTo>
                      <a:pt x="0" y="224790"/>
                    </a:moveTo>
                    <a:lnTo>
                      <a:pt x="131159" y="146113"/>
                    </a:lnTo>
                    <a:lnTo>
                      <a:pt x="131159" y="0"/>
                    </a:lnTo>
                    <a:lnTo>
                      <a:pt x="0" y="78677"/>
                    </a:lnTo>
                    <a:lnTo>
                      <a:pt x="0" y="224790"/>
                    </a:lnTo>
                    <a:close/>
                  </a:path>
                </a:pathLst>
              </a:custGeom>
              <a:solidFill>
                <a:srgbClr val="00869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1001"/>
              <p:cNvSpPr/>
              <p:nvPr/>
            </p:nvSpPr>
            <p:spPr>
              <a:xfrm>
                <a:off x="5266562" y="4232528"/>
                <a:ext cx="262318" cy="157353"/>
              </a:xfrm>
              <a:custGeom>
                <a:avLst/>
                <a:gdLst>
                  <a:gd name="connsiteX0" fmla="*/ 131159 w 262318"/>
                  <a:gd name="connsiteY0" fmla="*/ 157353 h 157353"/>
                  <a:gd name="connsiteX1" fmla="*/ 262318 w 262318"/>
                  <a:gd name="connsiteY1" fmla="*/ 78677 h 157353"/>
                  <a:gd name="connsiteX2" fmla="*/ 131159 w 262318"/>
                  <a:gd name="connsiteY2" fmla="*/ 0 h 157353"/>
                  <a:gd name="connsiteX3" fmla="*/ 0 w 262318"/>
                  <a:gd name="connsiteY3" fmla="*/ 78677 h 157353"/>
                  <a:gd name="connsiteX4" fmla="*/ 131159 w 262318"/>
                  <a:gd name="connsiteY4" fmla="*/ 157353 h 157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318" h="157353">
                    <a:moveTo>
                      <a:pt x="131159" y="157353"/>
                    </a:moveTo>
                    <a:lnTo>
                      <a:pt x="262318" y="78677"/>
                    </a:lnTo>
                    <a:lnTo>
                      <a:pt x="131159" y="0"/>
                    </a:lnTo>
                    <a:lnTo>
                      <a:pt x="0" y="78677"/>
                    </a:lnTo>
                    <a:lnTo>
                      <a:pt x="131159" y="157353"/>
                    </a:lnTo>
                    <a:close/>
                  </a:path>
                </a:pathLst>
              </a:custGeom>
              <a:solidFill>
                <a:srgbClr val="2B9BA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1002"/>
              <p:cNvSpPr/>
              <p:nvPr/>
            </p:nvSpPr>
            <p:spPr>
              <a:xfrm>
                <a:off x="5135403" y="4535995"/>
                <a:ext cx="131159" cy="224790"/>
              </a:xfrm>
              <a:custGeom>
                <a:avLst/>
                <a:gdLst>
                  <a:gd name="connsiteX0" fmla="*/ 131159 w 131159"/>
                  <a:gd name="connsiteY0" fmla="*/ 224790 h 224790"/>
                  <a:gd name="connsiteX1" fmla="*/ 0 w 131159"/>
                  <a:gd name="connsiteY1" fmla="*/ 146113 h 224790"/>
                  <a:gd name="connsiteX2" fmla="*/ 0 w 131159"/>
                  <a:gd name="connsiteY2" fmla="*/ 0 h 224790"/>
                  <a:gd name="connsiteX3" fmla="*/ 131159 w 131159"/>
                  <a:gd name="connsiteY3" fmla="*/ 78677 h 224790"/>
                  <a:gd name="connsiteX4" fmla="*/ 131159 w 131159"/>
                  <a:gd name="connsiteY4" fmla="*/ 224790 h 224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159" h="224790">
                    <a:moveTo>
                      <a:pt x="131159" y="224790"/>
                    </a:moveTo>
                    <a:lnTo>
                      <a:pt x="0" y="146113"/>
                    </a:lnTo>
                    <a:lnTo>
                      <a:pt x="0" y="0"/>
                    </a:lnTo>
                    <a:lnTo>
                      <a:pt x="131159" y="78677"/>
                    </a:lnTo>
                    <a:lnTo>
                      <a:pt x="131159" y="224790"/>
                    </a:lnTo>
                    <a:close/>
                  </a:path>
                </a:pathLst>
              </a:custGeom>
              <a:solidFill>
                <a:srgbClr val="AA263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1003"/>
              <p:cNvSpPr/>
              <p:nvPr/>
            </p:nvSpPr>
            <p:spPr>
              <a:xfrm>
                <a:off x="5266562" y="4535995"/>
                <a:ext cx="131159" cy="224790"/>
              </a:xfrm>
              <a:custGeom>
                <a:avLst/>
                <a:gdLst>
                  <a:gd name="connsiteX0" fmla="*/ 0 w 131159"/>
                  <a:gd name="connsiteY0" fmla="*/ 224790 h 224790"/>
                  <a:gd name="connsiteX1" fmla="*/ 131159 w 131159"/>
                  <a:gd name="connsiteY1" fmla="*/ 146113 h 224790"/>
                  <a:gd name="connsiteX2" fmla="*/ 131159 w 131159"/>
                  <a:gd name="connsiteY2" fmla="*/ 0 h 224790"/>
                  <a:gd name="connsiteX3" fmla="*/ 0 w 131159"/>
                  <a:gd name="connsiteY3" fmla="*/ 78677 h 224790"/>
                  <a:gd name="connsiteX4" fmla="*/ 0 w 131159"/>
                  <a:gd name="connsiteY4" fmla="*/ 224790 h 224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159" h="224790">
                    <a:moveTo>
                      <a:pt x="0" y="224790"/>
                    </a:moveTo>
                    <a:lnTo>
                      <a:pt x="131159" y="146113"/>
                    </a:lnTo>
                    <a:lnTo>
                      <a:pt x="131159" y="0"/>
                    </a:lnTo>
                    <a:lnTo>
                      <a:pt x="0" y="78677"/>
                    </a:lnTo>
                    <a:lnTo>
                      <a:pt x="0" y="224790"/>
                    </a:lnTo>
                    <a:close/>
                  </a:path>
                </a:pathLst>
              </a:custGeom>
              <a:solidFill>
                <a:srgbClr val="DD3349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1004"/>
              <p:cNvSpPr/>
              <p:nvPr/>
            </p:nvSpPr>
            <p:spPr>
              <a:xfrm>
                <a:off x="5135403" y="4457318"/>
                <a:ext cx="262318" cy="157353"/>
              </a:xfrm>
              <a:custGeom>
                <a:avLst/>
                <a:gdLst>
                  <a:gd name="connsiteX0" fmla="*/ 131159 w 262318"/>
                  <a:gd name="connsiteY0" fmla="*/ 157353 h 157353"/>
                  <a:gd name="connsiteX1" fmla="*/ 262319 w 262318"/>
                  <a:gd name="connsiteY1" fmla="*/ 78677 h 157353"/>
                  <a:gd name="connsiteX2" fmla="*/ 131159 w 262318"/>
                  <a:gd name="connsiteY2" fmla="*/ 0 h 157353"/>
                  <a:gd name="connsiteX3" fmla="*/ 0 w 262318"/>
                  <a:gd name="connsiteY3" fmla="*/ 78677 h 157353"/>
                  <a:gd name="connsiteX4" fmla="*/ 131159 w 262318"/>
                  <a:gd name="connsiteY4" fmla="*/ 157353 h 157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318" h="157353">
                    <a:moveTo>
                      <a:pt x="131159" y="157353"/>
                    </a:moveTo>
                    <a:lnTo>
                      <a:pt x="262319" y="78677"/>
                    </a:lnTo>
                    <a:lnTo>
                      <a:pt x="131159" y="0"/>
                    </a:lnTo>
                    <a:lnTo>
                      <a:pt x="0" y="78677"/>
                    </a:lnTo>
                    <a:lnTo>
                      <a:pt x="131159" y="157353"/>
                    </a:lnTo>
                    <a:close/>
                  </a:path>
                </a:pathLst>
              </a:custGeom>
              <a:solidFill>
                <a:srgbClr val="E8728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8" name="任意多边形: 形状 1005"/>
            <p:cNvSpPr/>
            <p:nvPr/>
          </p:nvSpPr>
          <p:spPr>
            <a:xfrm>
              <a:off x="5361907" y="4276248"/>
              <a:ext cx="77057" cy="69818"/>
            </a:xfrm>
            <a:custGeom>
              <a:avLst/>
              <a:gdLst>
                <a:gd name="connsiteX0" fmla="*/ 70961 w 77057"/>
                <a:gd name="connsiteY0" fmla="*/ 69818 h 69818"/>
                <a:gd name="connsiteX1" fmla="*/ 0 w 77057"/>
                <a:gd name="connsiteY1" fmla="*/ 69818 h 69818"/>
                <a:gd name="connsiteX2" fmla="*/ 0 w 77057"/>
                <a:gd name="connsiteY2" fmla="*/ 60103 h 69818"/>
                <a:gd name="connsiteX3" fmla="*/ 2858 w 77057"/>
                <a:gd name="connsiteY3" fmla="*/ 60103 h 69818"/>
                <a:gd name="connsiteX4" fmla="*/ 2858 w 77057"/>
                <a:gd name="connsiteY4" fmla="*/ 48101 h 69818"/>
                <a:gd name="connsiteX5" fmla="*/ 22193 w 77057"/>
                <a:gd name="connsiteY5" fmla="*/ 48101 h 69818"/>
                <a:gd name="connsiteX6" fmla="*/ 22193 w 77057"/>
                <a:gd name="connsiteY6" fmla="*/ 60103 h 69818"/>
                <a:gd name="connsiteX7" fmla="*/ 25813 w 77057"/>
                <a:gd name="connsiteY7" fmla="*/ 60103 h 69818"/>
                <a:gd name="connsiteX8" fmla="*/ 25813 w 77057"/>
                <a:gd name="connsiteY8" fmla="*/ 33909 h 69818"/>
                <a:gd name="connsiteX9" fmla="*/ 45149 w 77057"/>
                <a:gd name="connsiteY9" fmla="*/ 33909 h 69818"/>
                <a:gd name="connsiteX10" fmla="*/ 45149 w 77057"/>
                <a:gd name="connsiteY10" fmla="*/ 60103 h 69818"/>
                <a:gd name="connsiteX11" fmla="*/ 48768 w 77057"/>
                <a:gd name="connsiteY11" fmla="*/ 60103 h 69818"/>
                <a:gd name="connsiteX12" fmla="*/ 48768 w 77057"/>
                <a:gd name="connsiteY12" fmla="*/ 22765 h 69818"/>
                <a:gd name="connsiteX13" fmla="*/ 39910 w 77057"/>
                <a:gd name="connsiteY13" fmla="*/ 22765 h 69818"/>
                <a:gd name="connsiteX14" fmla="*/ 58484 w 77057"/>
                <a:gd name="connsiteY14" fmla="*/ 0 h 69818"/>
                <a:gd name="connsiteX15" fmla="*/ 77057 w 77057"/>
                <a:gd name="connsiteY15" fmla="*/ 22765 h 69818"/>
                <a:gd name="connsiteX16" fmla="*/ 68199 w 77057"/>
                <a:gd name="connsiteY16" fmla="*/ 22765 h 69818"/>
                <a:gd name="connsiteX17" fmla="*/ 68199 w 77057"/>
                <a:gd name="connsiteY17" fmla="*/ 60103 h 69818"/>
                <a:gd name="connsiteX18" fmla="*/ 71057 w 77057"/>
                <a:gd name="connsiteY18" fmla="*/ 60103 h 69818"/>
                <a:gd name="connsiteX19" fmla="*/ 71057 w 77057"/>
                <a:gd name="connsiteY19" fmla="*/ 69818 h 69818"/>
                <a:gd name="connsiteX20" fmla="*/ 3143 w 77057"/>
                <a:gd name="connsiteY20" fmla="*/ 66675 h 69818"/>
                <a:gd name="connsiteX21" fmla="*/ 67818 w 77057"/>
                <a:gd name="connsiteY21" fmla="*/ 66675 h 69818"/>
                <a:gd name="connsiteX22" fmla="*/ 67818 w 77057"/>
                <a:gd name="connsiteY22" fmla="*/ 63246 h 69818"/>
                <a:gd name="connsiteX23" fmla="*/ 64961 w 77057"/>
                <a:gd name="connsiteY23" fmla="*/ 63246 h 69818"/>
                <a:gd name="connsiteX24" fmla="*/ 64961 w 77057"/>
                <a:gd name="connsiteY24" fmla="*/ 19621 h 69818"/>
                <a:gd name="connsiteX25" fmla="*/ 70390 w 77057"/>
                <a:gd name="connsiteY25" fmla="*/ 19621 h 69818"/>
                <a:gd name="connsiteX26" fmla="*/ 58484 w 77057"/>
                <a:gd name="connsiteY26" fmla="*/ 4953 h 69818"/>
                <a:gd name="connsiteX27" fmla="*/ 46577 w 77057"/>
                <a:gd name="connsiteY27" fmla="*/ 19621 h 69818"/>
                <a:gd name="connsiteX28" fmla="*/ 52007 w 77057"/>
                <a:gd name="connsiteY28" fmla="*/ 19621 h 69818"/>
                <a:gd name="connsiteX29" fmla="*/ 52007 w 77057"/>
                <a:gd name="connsiteY29" fmla="*/ 63246 h 69818"/>
                <a:gd name="connsiteX30" fmla="*/ 42101 w 77057"/>
                <a:gd name="connsiteY30" fmla="*/ 63246 h 69818"/>
                <a:gd name="connsiteX31" fmla="*/ 42101 w 77057"/>
                <a:gd name="connsiteY31" fmla="*/ 37052 h 69818"/>
                <a:gd name="connsiteX32" fmla="*/ 29051 w 77057"/>
                <a:gd name="connsiteY32" fmla="*/ 37052 h 69818"/>
                <a:gd name="connsiteX33" fmla="*/ 29051 w 77057"/>
                <a:gd name="connsiteY33" fmla="*/ 63246 h 69818"/>
                <a:gd name="connsiteX34" fmla="*/ 19145 w 77057"/>
                <a:gd name="connsiteY34" fmla="*/ 63246 h 69818"/>
                <a:gd name="connsiteX35" fmla="*/ 19145 w 77057"/>
                <a:gd name="connsiteY35" fmla="*/ 51244 h 69818"/>
                <a:gd name="connsiteX36" fmla="*/ 6096 w 77057"/>
                <a:gd name="connsiteY36" fmla="*/ 51244 h 69818"/>
                <a:gd name="connsiteX37" fmla="*/ 6096 w 77057"/>
                <a:gd name="connsiteY37" fmla="*/ 63246 h 69818"/>
                <a:gd name="connsiteX38" fmla="*/ 3239 w 77057"/>
                <a:gd name="connsiteY38" fmla="*/ 63246 h 69818"/>
                <a:gd name="connsiteX39" fmla="*/ 3239 w 77057"/>
                <a:gd name="connsiteY39" fmla="*/ 66675 h 69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7057" h="69818">
                  <a:moveTo>
                    <a:pt x="70961" y="69818"/>
                  </a:moveTo>
                  <a:lnTo>
                    <a:pt x="0" y="69818"/>
                  </a:lnTo>
                  <a:lnTo>
                    <a:pt x="0" y="60103"/>
                  </a:lnTo>
                  <a:lnTo>
                    <a:pt x="2858" y="60103"/>
                  </a:lnTo>
                  <a:lnTo>
                    <a:pt x="2858" y="48101"/>
                  </a:lnTo>
                  <a:lnTo>
                    <a:pt x="22193" y="48101"/>
                  </a:lnTo>
                  <a:lnTo>
                    <a:pt x="22193" y="60103"/>
                  </a:lnTo>
                  <a:lnTo>
                    <a:pt x="25813" y="60103"/>
                  </a:lnTo>
                  <a:lnTo>
                    <a:pt x="25813" y="33909"/>
                  </a:lnTo>
                  <a:lnTo>
                    <a:pt x="45149" y="33909"/>
                  </a:lnTo>
                  <a:lnTo>
                    <a:pt x="45149" y="60103"/>
                  </a:lnTo>
                  <a:lnTo>
                    <a:pt x="48768" y="60103"/>
                  </a:lnTo>
                  <a:lnTo>
                    <a:pt x="48768" y="22765"/>
                  </a:lnTo>
                  <a:lnTo>
                    <a:pt x="39910" y="22765"/>
                  </a:lnTo>
                  <a:lnTo>
                    <a:pt x="58484" y="0"/>
                  </a:lnTo>
                  <a:lnTo>
                    <a:pt x="77057" y="22765"/>
                  </a:lnTo>
                  <a:lnTo>
                    <a:pt x="68199" y="22765"/>
                  </a:lnTo>
                  <a:lnTo>
                    <a:pt x="68199" y="60103"/>
                  </a:lnTo>
                  <a:lnTo>
                    <a:pt x="71057" y="60103"/>
                  </a:lnTo>
                  <a:lnTo>
                    <a:pt x="71057" y="69818"/>
                  </a:lnTo>
                  <a:close/>
                  <a:moveTo>
                    <a:pt x="3143" y="66675"/>
                  </a:moveTo>
                  <a:lnTo>
                    <a:pt x="67818" y="66675"/>
                  </a:lnTo>
                  <a:lnTo>
                    <a:pt x="67818" y="63246"/>
                  </a:lnTo>
                  <a:lnTo>
                    <a:pt x="64961" y="63246"/>
                  </a:lnTo>
                  <a:lnTo>
                    <a:pt x="64961" y="19621"/>
                  </a:lnTo>
                  <a:lnTo>
                    <a:pt x="70390" y="19621"/>
                  </a:lnTo>
                  <a:lnTo>
                    <a:pt x="58484" y="4953"/>
                  </a:lnTo>
                  <a:lnTo>
                    <a:pt x="46577" y="19621"/>
                  </a:lnTo>
                  <a:lnTo>
                    <a:pt x="52007" y="19621"/>
                  </a:lnTo>
                  <a:lnTo>
                    <a:pt x="52007" y="63246"/>
                  </a:lnTo>
                  <a:lnTo>
                    <a:pt x="42101" y="63246"/>
                  </a:lnTo>
                  <a:lnTo>
                    <a:pt x="42101" y="37052"/>
                  </a:lnTo>
                  <a:lnTo>
                    <a:pt x="29051" y="37052"/>
                  </a:lnTo>
                  <a:lnTo>
                    <a:pt x="29051" y="63246"/>
                  </a:lnTo>
                  <a:lnTo>
                    <a:pt x="19145" y="63246"/>
                  </a:lnTo>
                  <a:lnTo>
                    <a:pt x="19145" y="51244"/>
                  </a:lnTo>
                  <a:lnTo>
                    <a:pt x="6096" y="51244"/>
                  </a:lnTo>
                  <a:lnTo>
                    <a:pt x="6096" y="63246"/>
                  </a:lnTo>
                  <a:lnTo>
                    <a:pt x="3239" y="63246"/>
                  </a:lnTo>
                  <a:lnTo>
                    <a:pt x="3239" y="66675"/>
                  </a:lnTo>
                  <a:close/>
                </a:path>
              </a:pathLst>
            </a:custGeom>
            <a:solidFill>
              <a:srgbClr val="FEFCF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" name="图形 455"/>
            <p:cNvGrpSpPr/>
            <p:nvPr/>
          </p:nvGrpSpPr>
          <p:grpSpPr>
            <a:xfrm>
              <a:off x="5248655" y="4038885"/>
              <a:ext cx="57733" cy="91249"/>
              <a:chOff x="5248655" y="4038885"/>
              <a:chExt cx="57733" cy="91249"/>
            </a:xfrm>
            <a:solidFill>
              <a:srgbClr val="FEFCF9"/>
            </a:solidFill>
          </p:grpSpPr>
          <p:sp>
            <p:nvSpPr>
              <p:cNvPr id="22" name="任意多边形: 形状 1007"/>
              <p:cNvSpPr/>
              <p:nvPr/>
            </p:nvSpPr>
            <p:spPr>
              <a:xfrm>
                <a:off x="5248655" y="4038885"/>
                <a:ext cx="57733" cy="91249"/>
              </a:xfrm>
              <a:custGeom>
                <a:avLst/>
                <a:gdLst>
                  <a:gd name="connsiteX0" fmla="*/ 34576 w 57733"/>
                  <a:gd name="connsiteY0" fmla="*/ 36481 h 91249"/>
                  <a:gd name="connsiteX1" fmla="*/ 53626 w 57733"/>
                  <a:gd name="connsiteY1" fmla="*/ 42863 h 91249"/>
                  <a:gd name="connsiteX2" fmla="*/ 54959 w 57733"/>
                  <a:gd name="connsiteY2" fmla="*/ 42767 h 91249"/>
                  <a:gd name="connsiteX3" fmla="*/ 55912 w 57733"/>
                  <a:gd name="connsiteY3" fmla="*/ 41720 h 91249"/>
                  <a:gd name="connsiteX4" fmla="*/ 57626 w 57733"/>
                  <a:gd name="connsiteY4" fmla="*/ 36386 h 91249"/>
                  <a:gd name="connsiteX5" fmla="*/ 56769 w 57733"/>
                  <a:gd name="connsiteY5" fmla="*/ 34290 h 91249"/>
                  <a:gd name="connsiteX6" fmla="*/ 43815 w 57733"/>
                  <a:gd name="connsiteY6" fmla="*/ 27432 h 91249"/>
                  <a:gd name="connsiteX7" fmla="*/ 42863 w 57733"/>
                  <a:gd name="connsiteY7" fmla="*/ 26956 h 91249"/>
                  <a:gd name="connsiteX8" fmla="*/ 39053 w 57733"/>
                  <a:gd name="connsiteY8" fmla="*/ 24955 h 91249"/>
                  <a:gd name="connsiteX9" fmla="*/ 28956 w 57733"/>
                  <a:gd name="connsiteY9" fmla="*/ 20574 h 91249"/>
                  <a:gd name="connsiteX10" fmla="*/ 24575 w 57733"/>
                  <a:gd name="connsiteY10" fmla="*/ 19526 h 91249"/>
                  <a:gd name="connsiteX11" fmla="*/ 24384 w 57733"/>
                  <a:gd name="connsiteY11" fmla="*/ 19240 h 91249"/>
                  <a:gd name="connsiteX12" fmla="*/ 28004 w 57733"/>
                  <a:gd name="connsiteY12" fmla="*/ 10573 h 91249"/>
                  <a:gd name="connsiteX13" fmla="*/ 18098 w 57733"/>
                  <a:gd name="connsiteY13" fmla="*/ 0 h 91249"/>
                  <a:gd name="connsiteX14" fmla="*/ 8192 w 57733"/>
                  <a:gd name="connsiteY14" fmla="*/ 10573 h 91249"/>
                  <a:gd name="connsiteX15" fmla="*/ 11621 w 57733"/>
                  <a:gd name="connsiteY15" fmla="*/ 19050 h 91249"/>
                  <a:gd name="connsiteX16" fmla="*/ 11811 w 57733"/>
                  <a:gd name="connsiteY16" fmla="*/ 19336 h 91249"/>
                  <a:gd name="connsiteX17" fmla="*/ 11811 w 57733"/>
                  <a:gd name="connsiteY17" fmla="*/ 19526 h 91249"/>
                  <a:gd name="connsiteX18" fmla="*/ 4382 w 57733"/>
                  <a:gd name="connsiteY18" fmla="*/ 21527 h 91249"/>
                  <a:gd name="connsiteX19" fmla="*/ 0 w 57733"/>
                  <a:gd name="connsiteY19" fmla="*/ 28194 h 91249"/>
                  <a:gd name="connsiteX20" fmla="*/ 0 w 57733"/>
                  <a:gd name="connsiteY20" fmla="*/ 54769 h 91249"/>
                  <a:gd name="connsiteX21" fmla="*/ 572 w 57733"/>
                  <a:gd name="connsiteY21" fmla="*/ 56102 h 91249"/>
                  <a:gd name="connsiteX22" fmla="*/ 1810 w 57733"/>
                  <a:gd name="connsiteY22" fmla="*/ 56674 h 91249"/>
                  <a:gd name="connsiteX23" fmla="*/ 4191 w 57733"/>
                  <a:gd name="connsiteY23" fmla="*/ 56674 h 91249"/>
                  <a:gd name="connsiteX24" fmla="*/ 6191 w 57733"/>
                  <a:gd name="connsiteY24" fmla="*/ 89535 h 91249"/>
                  <a:gd name="connsiteX25" fmla="*/ 8001 w 57733"/>
                  <a:gd name="connsiteY25" fmla="*/ 91249 h 91249"/>
                  <a:gd name="connsiteX26" fmla="*/ 14097 w 57733"/>
                  <a:gd name="connsiteY26" fmla="*/ 91249 h 91249"/>
                  <a:gd name="connsiteX27" fmla="*/ 15907 w 57733"/>
                  <a:gd name="connsiteY27" fmla="*/ 89726 h 91249"/>
                  <a:gd name="connsiteX28" fmla="*/ 18098 w 57733"/>
                  <a:gd name="connsiteY28" fmla="*/ 74104 h 91249"/>
                  <a:gd name="connsiteX29" fmla="*/ 20288 w 57733"/>
                  <a:gd name="connsiteY29" fmla="*/ 89726 h 91249"/>
                  <a:gd name="connsiteX30" fmla="*/ 22098 w 57733"/>
                  <a:gd name="connsiteY30" fmla="*/ 91249 h 91249"/>
                  <a:gd name="connsiteX31" fmla="*/ 28099 w 57733"/>
                  <a:gd name="connsiteY31" fmla="*/ 91249 h 91249"/>
                  <a:gd name="connsiteX32" fmla="*/ 29337 w 57733"/>
                  <a:gd name="connsiteY32" fmla="*/ 90773 h 91249"/>
                  <a:gd name="connsiteX33" fmla="*/ 30290 w 57733"/>
                  <a:gd name="connsiteY33" fmla="*/ 91059 h 91249"/>
                  <a:gd name="connsiteX34" fmla="*/ 31528 w 57733"/>
                  <a:gd name="connsiteY34" fmla="*/ 91059 h 91249"/>
                  <a:gd name="connsiteX35" fmla="*/ 35052 w 57733"/>
                  <a:gd name="connsiteY35" fmla="*/ 90869 h 91249"/>
                  <a:gd name="connsiteX36" fmla="*/ 36576 w 57733"/>
                  <a:gd name="connsiteY36" fmla="*/ 89535 h 91249"/>
                  <a:gd name="connsiteX37" fmla="*/ 37814 w 57733"/>
                  <a:gd name="connsiteY37" fmla="*/ 85058 h 91249"/>
                  <a:gd name="connsiteX38" fmla="*/ 40577 w 57733"/>
                  <a:gd name="connsiteY38" fmla="*/ 83915 h 91249"/>
                  <a:gd name="connsiteX39" fmla="*/ 44672 w 57733"/>
                  <a:gd name="connsiteY39" fmla="*/ 86201 h 91249"/>
                  <a:gd name="connsiteX40" fmla="*/ 46673 w 57733"/>
                  <a:gd name="connsiteY40" fmla="*/ 86106 h 91249"/>
                  <a:gd name="connsiteX41" fmla="*/ 51626 w 57733"/>
                  <a:gd name="connsiteY41" fmla="*/ 81153 h 91249"/>
                  <a:gd name="connsiteX42" fmla="*/ 51721 w 57733"/>
                  <a:gd name="connsiteY42" fmla="*/ 79153 h 91249"/>
                  <a:gd name="connsiteX43" fmla="*/ 49435 w 57733"/>
                  <a:gd name="connsiteY43" fmla="*/ 75152 h 91249"/>
                  <a:gd name="connsiteX44" fmla="*/ 50578 w 57733"/>
                  <a:gd name="connsiteY44" fmla="*/ 72390 h 91249"/>
                  <a:gd name="connsiteX45" fmla="*/ 55055 w 57733"/>
                  <a:gd name="connsiteY45" fmla="*/ 71152 h 91249"/>
                  <a:gd name="connsiteX46" fmla="*/ 56388 w 57733"/>
                  <a:gd name="connsiteY46" fmla="*/ 69628 h 91249"/>
                  <a:gd name="connsiteX47" fmla="*/ 56674 w 57733"/>
                  <a:gd name="connsiteY47" fmla="*/ 66104 h 91249"/>
                  <a:gd name="connsiteX48" fmla="*/ 56388 w 57733"/>
                  <a:gd name="connsiteY48" fmla="*/ 62579 h 91249"/>
                  <a:gd name="connsiteX49" fmla="*/ 55055 w 57733"/>
                  <a:gd name="connsiteY49" fmla="*/ 61055 h 91249"/>
                  <a:gd name="connsiteX50" fmla="*/ 50578 w 57733"/>
                  <a:gd name="connsiteY50" fmla="*/ 59817 h 91249"/>
                  <a:gd name="connsiteX51" fmla="*/ 49435 w 57733"/>
                  <a:gd name="connsiteY51" fmla="*/ 57055 h 91249"/>
                  <a:gd name="connsiteX52" fmla="*/ 51721 w 57733"/>
                  <a:gd name="connsiteY52" fmla="*/ 52959 h 91249"/>
                  <a:gd name="connsiteX53" fmla="*/ 51626 w 57733"/>
                  <a:gd name="connsiteY53" fmla="*/ 50959 h 91249"/>
                  <a:gd name="connsiteX54" fmla="*/ 46673 w 57733"/>
                  <a:gd name="connsiteY54" fmla="*/ 46006 h 91249"/>
                  <a:gd name="connsiteX55" fmla="*/ 44672 w 57733"/>
                  <a:gd name="connsiteY55" fmla="*/ 45911 h 91249"/>
                  <a:gd name="connsiteX56" fmla="*/ 40577 w 57733"/>
                  <a:gd name="connsiteY56" fmla="*/ 48196 h 91249"/>
                  <a:gd name="connsiteX57" fmla="*/ 37814 w 57733"/>
                  <a:gd name="connsiteY57" fmla="*/ 47054 h 91249"/>
                  <a:gd name="connsiteX58" fmla="*/ 36576 w 57733"/>
                  <a:gd name="connsiteY58" fmla="*/ 42577 h 91249"/>
                  <a:gd name="connsiteX59" fmla="*/ 35147 w 57733"/>
                  <a:gd name="connsiteY59" fmla="*/ 41243 h 91249"/>
                  <a:gd name="connsiteX60" fmla="*/ 34862 w 57733"/>
                  <a:gd name="connsiteY60" fmla="*/ 41243 h 91249"/>
                  <a:gd name="connsiteX61" fmla="*/ 34195 w 57733"/>
                  <a:gd name="connsiteY61" fmla="*/ 41243 h 91249"/>
                  <a:gd name="connsiteX62" fmla="*/ 32290 w 57733"/>
                  <a:gd name="connsiteY62" fmla="*/ 41720 h 91249"/>
                  <a:gd name="connsiteX63" fmla="*/ 32004 w 57733"/>
                  <a:gd name="connsiteY63" fmla="*/ 41720 h 91249"/>
                  <a:gd name="connsiteX64" fmla="*/ 32004 w 57733"/>
                  <a:gd name="connsiteY64" fmla="*/ 38386 h 91249"/>
                  <a:gd name="connsiteX65" fmla="*/ 34576 w 57733"/>
                  <a:gd name="connsiteY65" fmla="*/ 36576 h 91249"/>
                  <a:gd name="connsiteX66" fmla="*/ 26384 w 57733"/>
                  <a:gd name="connsiteY66" fmla="*/ 87344 h 91249"/>
                  <a:gd name="connsiteX67" fmla="*/ 23622 w 57733"/>
                  <a:gd name="connsiteY67" fmla="*/ 87344 h 91249"/>
                  <a:gd name="connsiteX68" fmla="*/ 19812 w 57733"/>
                  <a:gd name="connsiteY68" fmla="*/ 60484 h 91249"/>
                  <a:gd name="connsiteX69" fmla="*/ 18002 w 57733"/>
                  <a:gd name="connsiteY69" fmla="*/ 58960 h 91249"/>
                  <a:gd name="connsiteX70" fmla="*/ 16193 w 57733"/>
                  <a:gd name="connsiteY70" fmla="*/ 60484 h 91249"/>
                  <a:gd name="connsiteX71" fmla="*/ 12383 w 57733"/>
                  <a:gd name="connsiteY71" fmla="*/ 87344 h 91249"/>
                  <a:gd name="connsiteX72" fmla="*/ 9620 w 57733"/>
                  <a:gd name="connsiteY72" fmla="*/ 87344 h 91249"/>
                  <a:gd name="connsiteX73" fmla="*/ 7620 w 57733"/>
                  <a:gd name="connsiteY73" fmla="*/ 54388 h 91249"/>
                  <a:gd name="connsiteX74" fmla="*/ 5810 w 57733"/>
                  <a:gd name="connsiteY74" fmla="*/ 52673 h 91249"/>
                  <a:gd name="connsiteX75" fmla="*/ 3524 w 57733"/>
                  <a:gd name="connsiteY75" fmla="*/ 52673 h 91249"/>
                  <a:gd name="connsiteX76" fmla="*/ 3524 w 57733"/>
                  <a:gd name="connsiteY76" fmla="*/ 28004 h 91249"/>
                  <a:gd name="connsiteX77" fmla="*/ 5715 w 57733"/>
                  <a:gd name="connsiteY77" fmla="*/ 24670 h 91249"/>
                  <a:gd name="connsiteX78" fmla="*/ 13240 w 57733"/>
                  <a:gd name="connsiteY78" fmla="*/ 22670 h 91249"/>
                  <a:gd name="connsiteX79" fmla="*/ 14288 w 57733"/>
                  <a:gd name="connsiteY79" fmla="*/ 21812 h 91249"/>
                  <a:gd name="connsiteX80" fmla="*/ 15431 w 57733"/>
                  <a:gd name="connsiteY80" fmla="*/ 19907 h 91249"/>
                  <a:gd name="connsiteX81" fmla="*/ 15145 w 57733"/>
                  <a:gd name="connsiteY81" fmla="*/ 17717 h 91249"/>
                  <a:gd name="connsiteX82" fmla="*/ 14288 w 57733"/>
                  <a:gd name="connsiteY82" fmla="*/ 16669 h 91249"/>
                  <a:gd name="connsiteX83" fmla="*/ 14097 w 57733"/>
                  <a:gd name="connsiteY83" fmla="*/ 16383 h 91249"/>
                  <a:gd name="connsiteX84" fmla="*/ 11621 w 57733"/>
                  <a:gd name="connsiteY84" fmla="*/ 10382 h 91249"/>
                  <a:gd name="connsiteX85" fmla="*/ 17907 w 57733"/>
                  <a:gd name="connsiteY85" fmla="*/ 3429 h 91249"/>
                  <a:gd name="connsiteX86" fmla="*/ 24194 w 57733"/>
                  <a:gd name="connsiteY86" fmla="*/ 10382 h 91249"/>
                  <a:gd name="connsiteX87" fmla="*/ 21241 w 57733"/>
                  <a:gd name="connsiteY87" fmla="*/ 16859 h 91249"/>
                  <a:gd name="connsiteX88" fmla="*/ 20574 w 57733"/>
                  <a:gd name="connsiteY88" fmla="*/ 17907 h 91249"/>
                  <a:gd name="connsiteX89" fmla="*/ 20574 w 57733"/>
                  <a:gd name="connsiteY89" fmla="*/ 18002 h 91249"/>
                  <a:gd name="connsiteX90" fmla="*/ 20574 w 57733"/>
                  <a:gd name="connsiteY90" fmla="*/ 19907 h 91249"/>
                  <a:gd name="connsiteX91" fmla="*/ 21717 w 57733"/>
                  <a:gd name="connsiteY91" fmla="*/ 21812 h 91249"/>
                  <a:gd name="connsiteX92" fmla="*/ 22860 w 57733"/>
                  <a:gd name="connsiteY92" fmla="*/ 22670 h 91249"/>
                  <a:gd name="connsiteX93" fmla="*/ 30290 w 57733"/>
                  <a:gd name="connsiteY93" fmla="*/ 24574 h 91249"/>
                  <a:gd name="connsiteX94" fmla="*/ 30290 w 57733"/>
                  <a:gd name="connsiteY94" fmla="*/ 24574 h 91249"/>
                  <a:gd name="connsiteX95" fmla="*/ 37148 w 57733"/>
                  <a:gd name="connsiteY95" fmla="*/ 27908 h 91249"/>
                  <a:gd name="connsiteX96" fmla="*/ 41053 w 57733"/>
                  <a:gd name="connsiteY96" fmla="*/ 30004 h 91249"/>
                  <a:gd name="connsiteX97" fmla="*/ 42101 w 57733"/>
                  <a:gd name="connsiteY97" fmla="*/ 30480 h 91249"/>
                  <a:gd name="connsiteX98" fmla="*/ 53626 w 57733"/>
                  <a:gd name="connsiteY98" fmla="*/ 36576 h 91249"/>
                  <a:gd name="connsiteX99" fmla="*/ 52959 w 57733"/>
                  <a:gd name="connsiteY99" fmla="*/ 38671 h 91249"/>
                  <a:gd name="connsiteX100" fmla="*/ 35338 w 57733"/>
                  <a:gd name="connsiteY100" fmla="*/ 32766 h 91249"/>
                  <a:gd name="connsiteX101" fmla="*/ 34862 w 57733"/>
                  <a:gd name="connsiteY101" fmla="*/ 32671 h 91249"/>
                  <a:gd name="connsiteX102" fmla="*/ 34766 w 57733"/>
                  <a:gd name="connsiteY102" fmla="*/ 32671 h 91249"/>
                  <a:gd name="connsiteX103" fmla="*/ 28385 w 57733"/>
                  <a:gd name="connsiteY103" fmla="*/ 37624 h 91249"/>
                  <a:gd name="connsiteX104" fmla="*/ 28385 w 57733"/>
                  <a:gd name="connsiteY104" fmla="*/ 54293 h 91249"/>
                  <a:gd name="connsiteX105" fmla="*/ 26384 w 57733"/>
                  <a:gd name="connsiteY105" fmla="*/ 87154 h 91249"/>
                  <a:gd name="connsiteX106" fmla="*/ 31909 w 57733"/>
                  <a:gd name="connsiteY106" fmla="*/ 59055 h 91249"/>
                  <a:gd name="connsiteX107" fmla="*/ 38386 w 57733"/>
                  <a:gd name="connsiteY107" fmla="*/ 65818 h 91249"/>
                  <a:gd name="connsiteX108" fmla="*/ 31623 w 57733"/>
                  <a:gd name="connsiteY108" fmla="*/ 72580 h 91249"/>
                  <a:gd name="connsiteX109" fmla="*/ 31242 w 57733"/>
                  <a:gd name="connsiteY109" fmla="*/ 72580 h 91249"/>
                  <a:gd name="connsiteX110" fmla="*/ 30956 w 57733"/>
                  <a:gd name="connsiteY110" fmla="*/ 72580 h 91249"/>
                  <a:gd name="connsiteX111" fmla="*/ 31814 w 57733"/>
                  <a:gd name="connsiteY111" fmla="*/ 58960 h 91249"/>
                  <a:gd name="connsiteX112" fmla="*/ 31814 w 57733"/>
                  <a:gd name="connsiteY112" fmla="*/ 58960 h 91249"/>
                  <a:gd name="connsiteX113" fmla="*/ 33147 w 57733"/>
                  <a:gd name="connsiteY113" fmla="*/ 45053 h 91249"/>
                  <a:gd name="connsiteX114" fmla="*/ 33528 w 57733"/>
                  <a:gd name="connsiteY114" fmla="*/ 45053 h 91249"/>
                  <a:gd name="connsiteX115" fmla="*/ 34576 w 57733"/>
                  <a:gd name="connsiteY115" fmla="*/ 48768 h 91249"/>
                  <a:gd name="connsiteX116" fmla="*/ 35814 w 57733"/>
                  <a:gd name="connsiteY116" fmla="*/ 50006 h 91249"/>
                  <a:gd name="connsiteX117" fmla="*/ 39624 w 57733"/>
                  <a:gd name="connsiteY117" fmla="*/ 51626 h 91249"/>
                  <a:gd name="connsiteX118" fmla="*/ 41434 w 57733"/>
                  <a:gd name="connsiteY118" fmla="*/ 51626 h 91249"/>
                  <a:gd name="connsiteX119" fmla="*/ 45244 w 57733"/>
                  <a:gd name="connsiteY119" fmla="*/ 49435 h 91249"/>
                  <a:gd name="connsiteX120" fmla="*/ 47816 w 57733"/>
                  <a:gd name="connsiteY120" fmla="*/ 52006 h 91249"/>
                  <a:gd name="connsiteX121" fmla="*/ 45625 w 57733"/>
                  <a:gd name="connsiteY121" fmla="*/ 55817 h 91249"/>
                  <a:gd name="connsiteX122" fmla="*/ 45625 w 57733"/>
                  <a:gd name="connsiteY122" fmla="*/ 57626 h 91249"/>
                  <a:gd name="connsiteX123" fmla="*/ 47244 w 57733"/>
                  <a:gd name="connsiteY123" fmla="*/ 61531 h 91249"/>
                  <a:gd name="connsiteX124" fmla="*/ 48482 w 57733"/>
                  <a:gd name="connsiteY124" fmla="*/ 62770 h 91249"/>
                  <a:gd name="connsiteX125" fmla="*/ 52769 w 57733"/>
                  <a:gd name="connsiteY125" fmla="*/ 63913 h 91249"/>
                  <a:gd name="connsiteX126" fmla="*/ 52769 w 57733"/>
                  <a:gd name="connsiteY126" fmla="*/ 65722 h 91249"/>
                  <a:gd name="connsiteX127" fmla="*/ 52769 w 57733"/>
                  <a:gd name="connsiteY127" fmla="*/ 67532 h 91249"/>
                  <a:gd name="connsiteX128" fmla="*/ 48482 w 57733"/>
                  <a:gd name="connsiteY128" fmla="*/ 68675 h 91249"/>
                  <a:gd name="connsiteX129" fmla="*/ 47244 w 57733"/>
                  <a:gd name="connsiteY129" fmla="*/ 69913 h 91249"/>
                  <a:gd name="connsiteX130" fmla="*/ 45625 w 57733"/>
                  <a:gd name="connsiteY130" fmla="*/ 73819 h 91249"/>
                  <a:gd name="connsiteX131" fmla="*/ 45625 w 57733"/>
                  <a:gd name="connsiteY131" fmla="*/ 75629 h 91249"/>
                  <a:gd name="connsiteX132" fmla="*/ 47816 w 57733"/>
                  <a:gd name="connsiteY132" fmla="*/ 79534 h 91249"/>
                  <a:gd name="connsiteX133" fmla="*/ 45244 w 57733"/>
                  <a:gd name="connsiteY133" fmla="*/ 82105 h 91249"/>
                  <a:gd name="connsiteX134" fmla="*/ 41434 w 57733"/>
                  <a:gd name="connsiteY134" fmla="*/ 79915 h 91249"/>
                  <a:gd name="connsiteX135" fmla="*/ 39624 w 57733"/>
                  <a:gd name="connsiteY135" fmla="*/ 79915 h 91249"/>
                  <a:gd name="connsiteX136" fmla="*/ 35814 w 57733"/>
                  <a:gd name="connsiteY136" fmla="*/ 81534 h 91249"/>
                  <a:gd name="connsiteX137" fmla="*/ 34576 w 57733"/>
                  <a:gd name="connsiteY137" fmla="*/ 82772 h 91249"/>
                  <a:gd name="connsiteX138" fmla="*/ 33433 w 57733"/>
                  <a:gd name="connsiteY138" fmla="*/ 87059 h 91249"/>
                  <a:gd name="connsiteX139" fmla="*/ 30575 w 57733"/>
                  <a:gd name="connsiteY139" fmla="*/ 87059 h 91249"/>
                  <a:gd name="connsiteX140" fmla="*/ 30575 w 57733"/>
                  <a:gd name="connsiteY140" fmla="*/ 87059 h 91249"/>
                  <a:gd name="connsiteX141" fmla="*/ 30194 w 57733"/>
                  <a:gd name="connsiteY141" fmla="*/ 87059 h 91249"/>
                  <a:gd name="connsiteX142" fmla="*/ 30861 w 57733"/>
                  <a:gd name="connsiteY142" fmla="*/ 76010 h 91249"/>
                  <a:gd name="connsiteX143" fmla="*/ 31147 w 57733"/>
                  <a:gd name="connsiteY143" fmla="*/ 76010 h 91249"/>
                  <a:gd name="connsiteX144" fmla="*/ 31242 w 57733"/>
                  <a:gd name="connsiteY144" fmla="*/ 76010 h 91249"/>
                  <a:gd name="connsiteX145" fmla="*/ 31623 w 57733"/>
                  <a:gd name="connsiteY145" fmla="*/ 76010 h 91249"/>
                  <a:gd name="connsiteX146" fmla="*/ 42101 w 57733"/>
                  <a:gd name="connsiteY146" fmla="*/ 65532 h 91249"/>
                  <a:gd name="connsiteX147" fmla="*/ 32195 w 57733"/>
                  <a:gd name="connsiteY147" fmla="*/ 55150 h 91249"/>
                  <a:gd name="connsiteX148" fmla="*/ 32195 w 57733"/>
                  <a:gd name="connsiteY148" fmla="*/ 55150 h 91249"/>
                  <a:gd name="connsiteX149" fmla="*/ 32195 w 57733"/>
                  <a:gd name="connsiteY149" fmla="*/ 54388 h 91249"/>
                  <a:gd name="connsiteX150" fmla="*/ 32195 w 57733"/>
                  <a:gd name="connsiteY150" fmla="*/ 54293 h 91249"/>
                  <a:gd name="connsiteX151" fmla="*/ 32195 w 57733"/>
                  <a:gd name="connsiteY151" fmla="*/ 44672 h 91249"/>
                  <a:gd name="connsiteX152" fmla="*/ 33338 w 57733"/>
                  <a:gd name="connsiteY152" fmla="*/ 44768 h 91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57733" h="91249">
                    <a:moveTo>
                      <a:pt x="34576" y="36481"/>
                    </a:moveTo>
                    <a:lnTo>
                      <a:pt x="53626" y="42863"/>
                    </a:lnTo>
                    <a:cubicBezTo>
                      <a:pt x="53626" y="42863"/>
                      <a:pt x="54578" y="42958"/>
                      <a:pt x="54959" y="42767"/>
                    </a:cubicBezTo>
                    <a:cubicBezTo>
                      <a:pt x="55436" y="42577"/>
                      <a:pt x="55721" y="42196"/>
                      <a:pt x="55912" y="41720"/>
                    </a:cubicBezTo>
                    <a:lnTo>
                      <a:pt x="57626" y="36386"/>
                    </a:lnTo>
                    <a:cubicBezTo>
                      <a:pt x="57912" y="35528"/>
                      <a:pt x="57626" y="34671"/>
                      <a:pt x="56769" y="34290"/>
                    </a:cubicBezTo>
                    <a:cubicBezTo>
                      <a:pt x="56769" y="34290"/>
                      <a:pt x="49340" y="30194"/>
                      <a:pt x="43815" y="27432"/>
                    </a:cubicBezTo>
                    <a:lnTo>
                      <a:pt x="42863" y="26956"/>
                    </a:lnTo>
                    <a:cubicBezTo>
                      <a:pt x="41624" y="26289"/>
                      <a:pt x="40291" y="25622"/>
                      <a:pt x="39053" y="24955"/>
                    </a:cubicBezTo>
                    <a:cubicBezTo>
                      <a:pt x="35719" y="23051"/>
                      <a:pt x="32290" y="21146"/>
                      <a:pt x="28956" y="20574"/>
                    </a:cubicBezTo>
                    <a:cubicBezTo>
                      <a:pt x="27432" y="20193"/>
                      <a:pt x="25718" y="19812"/>
                      <a:pt x="24575" y="19526"/>
                    </a:cubicBezTo>
                    <a:lnTo>
                      <a:pt x="24384" y="19240"/>
                    </a:lnTo>
                    <a:cubicBezTo>
                      <a:pt x="26670" y="17145"/>
                      <a:pt x="28004" y="14002"/>
                      <a:pt x="28004" y="10573"/>
                    </a:cubicBezTo>
                    <a:cubicBezTo>
                      <a:pt x="28004" y="4572"/>
                      <a:pt x="23717" y="0"/>
                      <a:pt x="18098" y="0"/>
                    </a:cubicBezTo>
                    <a:cubicBezTo>
                      <a:pt x="12478" y="0"/>
                      <a:pt x="8192" y="4572"/>
                      <a:pt x="8192" y="10573"/>
                    </a:cubicBezTo>
                    <a:cubicBezTo>
                      <a:pt x="8192" y="13811"/>
                      <a:pt x="9430" y="16954"/>
                      <a:pt x="11621" y="19050"/>
                    </a:cubicBezTo>
                    <a:cubicBezTo>
                      <a:pt x="11621" y="19145"/>
                      <a:pt x="11716" y="19240"/>
                      <a:pt x="11811" y="19336"/>
                    </a:cubicBezTo>
                    <a:lnTo>
                      <a:pt x="11811" y="19526"/>
                    </a:lnTo>
                    <a:cubicBezTo>
                      <a:pt x="9239" y="20098"/>
                      <a:pt x="5048" y="21241"/>
                      <a:pt x="4382" y="21527"/>
                    </a:cubicBezTo>
                    <a:cubicBezTo>
                      <a:pt x="1715" y="22670"/>
                      <a:pt x="0" y="25241"/>
                      <a:pt x="0" y="28194"/>
                    </a:cubicBezTo>
                    <a:lnTo>
                      <a:pt x="0" y="54769"/>
                    </a:lnTo>
                    <a:cubicBezTo>
                      <a:pt x="0" y="55245"/>
                      <a:pt x="191" y="55721"/>
                      <a:pt x="572" y="56102"/>
                    </a:cubicBezTo>
                    <a:cubicBezTo>
                      <a:pt x="953" y="56388"/>
                      <a:pt x="1333" y="56674"/>
                      <a:pt x="1810" y="56674"/>
                    </a:cubicBezTo>
                    <a:lnTo>
                      <a:pt x="4191" y="56674"/>
                    </a:lnTo>
                    <a:cubicBezTo>
                      <a:pt x="4191" y="56674"/>
                      <a:pt x="6191" y="89535"/>
                      <a:pt x="6191" y="89535"/>
                    </a:cubicBezTo>
                    <a:cubicBezTo>
                      <a:pt x="6191" y="90488"/>
                      <a:pt x="7049" y="91249"/>
                      <a:pt x="8001" y="91249"/>
                    </a:cubicBezTo>
                    <a:lnTo>
                      <a:pt x="14097" y="91249"/>
                    </a:lnTo>
                    <a:cubicBezTo>
                      <a:pt x="14954" y="91249"/>
                      <a:pt x="15716" y="90583"/>
                      <a:pt x="15907" y="89726"/>
                    </a:cubicBezTo>
                    <a:lnTo>
                      <a:pt x="18098" y="74104"/>
                    </a:lnTo>
                    <a:lnTo>
                      <a:pt x="20288" y="89726"/>
                    </a:lnTo>
                    <a:cubicBezTo>
                      <a:pt x="20383" y="90583"/>
                      <a:pt x="21146" y="91249"/>
                      <a:pt x="22098" y="91249"/>
                    </a:cubicBezTo>
                    <a:lnTo>
                      <a:pt x="28099" y="91249"/>
                    </a:lnTo>
                    <a:cubicBezTo>
                      <a:pt x="28099" y="91249"/>
                      <a:pt x="28956" y="91059"/>
                      <a:pt x="29337" y="90773"/>
                    </a:cubicBezTo>
                    <a:cubicBezTo>
                      <a:pt x="29623" y="90964"/>
                      <a:pt x="29908" y="91059"/>
                      <a:pt x="30290" y="91059"/>
                    </a:cubicBezTo>
                    <a:cubicBezTo>
                      <a:pt x="30671" y="91059"/>
                      <a:pt x="31147" y="91059"/>
                      <a:pt x="31528" y="91059"/>
                    </a:cubicBezTo>
                    <a:cubicBezTo>
                      <a:pt x="32671" y="91059"/>
                      <a:pt x="33814" y="91059"/>
                      <a:pt x="35052" y="90869"/>
                    </a:cubicBezTo>
                    <a:cubicBezTo>
                      <a:pt x="35814" y="90773"/>
                      <a:pt x="36386" y="90202"/>
                      <a:pt x="36576" y="89535"/>
                    </a:cubicBezTo>
                    <a:lnTo>
                      <a:pt x="37814" y="85058"/>
                    </a:lnTo>
                    <a:cubicBezTo>
                      <a:pt x="38767" y="84772"/>
                      <a:pt x="39719" y="84392"/>
                      <a:pt x="40577" y="83915"/>
                    </a:cubicBezTo>
                    <a:lnTo>
                      <a:pt x="44672" y="86201"/>
                    </a:lnTo>
                    <a:cubicBezTo>
                      <a:pt x="45244" y="86582"/>
                      <a:pt x="46101" y="86487"/>
                      <a:pt x="46673" y="86106"/>
                    </a:cubicBezTo>
                    <a:cubicBezTo>
                      <a:pt x="48578" y="84677"/>
                      <a:pt x="50197" y="83058"/>
                      <a:pt x="51626" y="81153"/>
                    </a:cubicBezTo>
                    <a:cubicBezTo>
                      <a:pt x="52102" y="80581"/>
                      <a:pt x="52102" y="79724"/>
                      <a:pt x="51721" y="79153"/>
                    </a:cubicBezTo>
                    <a:lnTo>
                      <a:pt x="49435" y="75152"/>
                    </a:lnTo>
                    <a:cubicBezTo>
                      <a:pt x="49911" y="74295"/>
                      <a:pt x="50197" y="73343"/>
                      <a:pt x="50578" y="72390"/>
                    </a:cubicBezTo>
                    <a:lnTo>
                      <a:pt x="55055" y="71152"/>
                    </a:lnTo>
                    <a:cubicBezTo>
                      <a:pt x="55721" y="70961"/>
                      <a:pt x="56293" y="70390"/>
                      <a:pt x="56388" y="69628"/>
                    </a:cubicBezTo>
                    <a:cubicBezTo>
                      <a:pt x="56579" y="68485"/>
                      <a:pt x="56674" y="67246"/>
                      <a:pt x="56674" y="66104"/>
                    </a:cubicBezTo>
                    <a:cubicBezTo>
                      <a:pt x="56674" y="64961"/>
                      <a:pt x="56674" y="63818"/>
                      <a:pt x="56388" y="62579"/>
                    </a:cubicBezTo>
                    <a:cubicBezTo>
                      <a:pt x="56388" y="61913"/>
                      <a:pt x="55721" y="61246"/>
                      <a:pt x="55055" y="61055"/>
                    </a:cubicBezTo>
                    <a:lnTo>
                      <a:pt x="50578" y="59817"/>
                    </a:lnTo>
                    <a:cubicBezTo>
                      <a:pt x="50197" y="58864"/>
                      <a:pt x="49911" y="57912"/>
                      <a:pt x="49435" y="57055"/>
                    </a:cubicBezTo>
                    <a:lnTo>
                      <a:pt x="51721" y="52959"/>
                    </a:lnTo>
                    <a:cubicBezTo>
                      <a:pt x="52102" y="52292"/>
                      <a:pt x="52007" y="51530"/>
                      <a:pt x="51626" y="50959"/>
                    </a:cubicBezTo>
                    <a:cubicBezTo>
                      <a:pt x="50197" y="49054"/>
                      <a:pt x="48578" y="47435"/>
                      <a:pt x="46673" y="46006"/>
                    </a:cubicBezTo>
                    <a:cubicBezTo>
                      <a:pt x="46101" y="45529"/>
                      <a:pt x="45339" y="45529"/>
                      <a:pt x="44672" y="45911"/>
                    </a:cubicBezTo>
                    <a:lnTo>
                      <a:pt x="40577" y="48196"/>
                    </a:lnTo>
                    <a:cubicBezTo>
                      <a:pt x="39624" y="47720"/>
                      <a:pt x="38767" y="47339"/>
                      <a:pt x="37814" y="47054"/>
                    </a:cubicBezTo>
                    <a:lnTo>
                      <a:pt x="36576" y="42577"/>
                    </a:lnTo>
                    <a:cubicBezTo>
                      <a:pt x="36386" y="41910"/>
                      <a:pt x="35814" y="41338"/>
                      <a:pt x="35147" y="41243"/>
                    </a:cubicBezTo>
                    <a:cubicBezTo>
                      <a:pt x="35147" y="41243"/>
                      <a:pt x="34957" y="41243"/>
                      <a:pt x="34862" y="41243"/>
                    </a:cubicBezTo>
                    <a:cubicBezTo>
                      <a:pt x="34671" y="41243"/>
                      <a:pt x="34385" y="41243"/>
                      <a:pt x="34195" y="41243"/>
                    </a:cubicBezTo>
                    <a:lnTo>
                      <a:pt x="32290" y="41720"/>
                    </a:lnTo>
                    <a:cubicBezTo>
                      <a:pt x="32290" y="41720"/>
                      <a:pt x="32099" y="41720"/>
                      <a:pt x="32004" y="41720"/>
                    </a:cubicBezTo>
                    <a:lnTo>
                      <a:pt x="32004" y="38386"/>
                    </a:lnTo>
                    <a:cubicBezTo>
                      <a:pt x="32195" y="37529"/>
                      <a:pt x="33147" y="36671"/>
                      <a:pt x="34576" y="36576"/>
                    </a:cubicBezTo>
                    <a:close/>
                    <a:moveTo>
                      <a:pt x="26384" y="87344"/>
                    </a:moveTo>
                    <a:lnTo>
                      <a:pt x="23622" y="87344"/>
                    </a:lnTo>
                    <a:lnTo>
                      <a:pt x="19812" y="60484"/>
                    </a:lnTo>
                    <a:cubicBezTo>
                      <a:pt x="19717" y="59627"/>
                      <a:pt x="18955" y="58960"/>
                      <a:pt x="18002" y="58960"/>
                    </a:cubicBezTo>
                    <a:cubicBezTo>
                      <a:pt x="17050" y="58960"/>
                      <a:pt x="16288" y="59627"/>
                      <a:pt x="16193" y="60484"/>
                    </a:cubicBezTo>
                    <a:lnTo>
                      <a:pt x="12383" y="87344"/>
                    </a:lnTo>
                    <a:lnTo>
                      <a:pt x="9620" y="87344"/>
                    </a:lnTo>
                    <a:lnTo>
                      <a:pt x="7620" y="54388"/>
                    </a:lnTo>
                    <a:cubicBezTo>
                      <a:pt x="7620" y="53435"/>
                      <a:pt x="6763" y="52673"/>
                      <a:pt x="5810" y="52673"/>
                    </a:cubicBezTo>
                    <a:lnTo>
                      <a:pt x="3524" y="52673"/>
                    </a:lnTo>
                    <a:cubicBezTo>
                      <a:pt x="3524" y="52673"/>
                      <a:pt x="3524" y="28004"/>
                      <a:pt x="3524" y="28004"/>
                    </a:cubicBezTo>
                    <a:cubicBezTo>
                      <a:pt x="3524" y="26575"/>
                      <a:pt x="4382" y="25241"/>
                      <a:pt x="5715" y="24670"/>
                    </a:cubicBezTo>
                    <a:cubicBezTo>
                      <a:pt x="6287" y="24479"/>
                      <a:pt x="10573" y="23336"/>
                      <a:pt x="13240" y="22670"/>
                    </a:cubicBezTo>
                    <a:cubicBezTo>
                      <a:pt x="13716" y="22574"/>
                      <a:pt x="14097" y="22288"/>
                      <a:pt x="14288" y="21812"/>
                    </a:cubicBezTo>
                    <a:lnTo>
                      <a:pt x="15431" y="19907"/>
                    </a:lnTo>
                    <a:cubicBezTo>
                      <a:pt x="15812" y="19145"/>
                      <a:pt x="15716" y="18288"/>
                      <a:pt x="15145" y="17717"/>
                    </a:cubicBezTo>
                    <a:cubicBezTo>
                      <a:pt x="14859" y="17431"/>
                      <a:pt x="14669" y="17145"/>
                      <a:pt x="14288" y="16669"/>
                    </a:cubicBezTo>
                    <a:cubicBezTo>
                      <a:pt x="14288" y="16573"/>
                      <a:pt x="14192" y="16478"/>
                      <a:pt x="14097" y="16383"/>
                    </a:cubicBezTo>
                    <a:cubicBezTo>
                      <a:pt x="12573" y="14859"/>
                      <a:pt x="11621" y="12668"/>
                      <a:pt x="11621" y="10382"/>
                    </a:cubicBezTo>
                    <a:cubicBezTo>
                      <a:pt x="11621" y="6382"/>
                      <a:pt x="14288" y="3429"/>
                      <a:pt x="17907" y="3429"/>
                    </a:cubicBezTo>
                    <a:cubicBezTo>
                      <a:pt x="21527" y="3429"/>
                      <a:pt x="24194" y="6287"/>
                      <a:pt x="24194" y="10382"/>
                    </a:cubicBezTo>
                    <a:cubicBezTo>
                      <a:pt x="24194" y="13049"/>
                      <a:pt x="23051" y="15430"/>
                      <a:pt x="21241" y="16859"/>
                    </a:cubicBezTo>
                    <a:cubicBezTo>
                      <a:pt x="20860" y="17145"/>
                      <a:pt x="20669" y="17526"/>
                      <a:pt x="20574" y="17907"/>
                    </a:cubicBezTo>
                    <a:cubicBezTo>
                      <a:pt x="20574" y="17907"/>
                      <a:pt x="20574" y="17936"/>
                      <a:pt x="20574" y="18002"/>
                    </a:cubicBezTo>
                    <a:cubicBezTo>
                      <a:pt x="20193" y="18574"/>
                      <a:pt x="20193" y="19336"/>
                      <a:pt x="20574" y="19907"/>
                    </a:cubicBezTo>
                    <a:lnTo>
                      <a:pt x="21717" y="21812"/>
                    </a:lnTo>
                    <a:cubicBezTo>
                      <a:pt x="21717" y="21812"/>
                      <a:pt x="22384" y="22574"/>
                      <a:pt x="22860" y="22670"/>
                    </a:cubicBezTo>
                    <a:cubicBezTo>
                      <a:pt x="25622" y="23336"/>
                      <a:pt x="29718" y="24384"/>
                      <a:pt x="30290" y="24574"/>
                    </a:cubicBezTo>
                    <a:lnTo>
                      <a:pt x="30290" y="24574"/>
                    </a:lnTo>
                    <a:cubicBezTo>
                      <a:pt x="32480" y="25241"/>
                      <a:pt x="34766" y="26575"/>
                      <a:pt x="37148" y="27908"/>
                    </a:cubicBezTo>
                    <a:cubicBezTo>
                      <a:pt x="38386" y="28670"/>
                      <a:pt x="39719" y="29337"/>
                      <a:pt x="41053" y="30004"/>
                    </a:cubicBezTo>
                    <a:lnTo>
                      <a:pt x="42101" y="30480"/>
                    </a:lnTo>
                    <a:cubicBezTo>
                      <a:pt x="46196" y="32576"/>
                      <a:pt x="51245" y="35338"/>
                      <a:pt x="53626" y="36576"/>
                    </a:cubicBezTo>
                    <a:lnTo>
                      <a:pt x="52959" y="38671"/>
                    </a:lnTo>
                    <a:lnTo>
                      <a:pt x="35338" y="32766"/>
                    </a:lnTo>
                    <a:cubicBezTo>
                      <a:pt x="35338" y="32766"/>
                      <a:pt x="34957" y="32671"/>
                      <a:pt x="34862" y="32671"/>
                    </a:cubicBezTo>
                    <a:lnTo>
                      <a:pt x="34766" y="32671"/>
                    </a:lnTo>
                    <a:cubicBezTo>
                      <a:pt x="31528" y="32671"/>
                      <a:pt x="28861" y="34766"/>
                      <a:pt x="28385" y="37624"/>
                    </a:cubicBezTo>
                    <a:lnTo>
                      <a:pt x="28385" y="54293"/>
                    </a:lnTo>
                    <a:cubicBezTo>
                      <a:pt x="28385" y="54293"/>
                      <a:pt x="26384" y="87154"/>
                      <a:pt x="26384" y="87154"/>
                    </a:cubicBezTo>
                    <a:close/>
                    <a:moveTo>
                      <a:pt x="31909" y="59055"/>
                    </a:moveTo>
                    <a:cubicBezTo>
                      <a:pt x="35528" y="59246"/>
                      <a:pt x="38386" y="62198"/>
                      <a:pt x="38386" y="65818"/>
                    </a:cubicBezTo>
                    <a:cubicBezTo>
                      <a:pt x="38386" y="69437"/>
                      <a:pt x="35338" y="72580"/>
                      <a:pt x="31623" y="72580"/>
                    </a:cubicBezTo>
                    <a:lnTo>
                      <a:pt x="31242" y="72580"/>
                    </a:lnTo>
                    <a:cubicBezTo>
                      <a:pt x="31242" y="72580"/>
                      <a:pt x="31052" y="72580"/>
                      <a:pt x="30956" y="72580"/>
                    </a:cubicBezTo>
                    <a:lnTo>
                      <a:pt x="31814" y="58960"/>
                    </a:lnTo>
                    <a:lnTo>
                      <a:pt x="31814" y="58960"/>
                    </a:lnTo>
                    <a:close/>
                    <a:moveTo>
                      <a:pt x="33147" y="45053"/>
                    </a:moveTo>
                    <a:lnTo>
                      <a:pt x="33528" y="45053"/>
                    </a:lnTo>
                    <a:cubicBezTo>
                      <a:pt x="33528" y="45053"/>
                      <a:pt x="34576" y="48768"/>
                      <a:pt x="34576" y="48768"/>
                    </a:cubicBezTo>
                    <a:cubicBezTo>
                      <a:pt x="34766" y="49435"/>
                      <a:pt x="35243" y="49911"/>
                      <a:pt x="35814" y="50006"/>
                    </a:cubicBezTo>
                    <a:cubicBezTo>
                      <a:pt x="37148" y="50387"/>
                      <a:pt x="38481" y="50959"/>
                      <a:pt x="39624" y="51626"/>
                    </a:cubicBezTo>
                    <a:cubicBezTo>
                      <a:pt x="40196" y="51911"/>
                      <a:pt x="40862" y="51911"/>
                      <a:pt x="41434" y="51626"/>
                    </a:cubicBezTo>
                    <a:lnTo>
                      <a:pt x="45244" y="49435"/>
                    </a:lnTo>
                    <a:cubicBezTo>
                      <a:pt x="46196" y="50197"/>
                      <a:pt x="47054" y="51054"/>
                      <a:pt x="47816" y="52006"/>
                    </a:cubicBezTo>
                    <a:lnTo>
                      <a:pt x="45625" y="55817"/>
                    </a:lnTo>
                    <a:cubicBezTo>
                      <a:pt x="45339" y="56388"/>
                      <a:pt x="45339" y="57055"/>
                      <a:pt x="45625" y="57626"/>
                    </a:cubicBezTo>
                    <a:cubicBezTo>
                      <a:pt x="46292" y="58864"/>
                      <a:pt x="46863" y="60103"/>
                      <a:pt x="47244" y="61531"/>
                    </a:cubicBezTo>
                    <a:cubicBezTo>
                      <a:pt x="47435" y="62103"/>
                      <a:pt x="47816" y="62674"/>
                      <a:pt x="48482" y="62770"/>
                    </a:cubicBezTo>
                    <a:lnTo>
                      <a:pt x="52769" y="63913"/>
                    </a:lnTo>
                    <a:cubicBezTo>
                      <a:pt x="52769" y="64484"/>
                      <a:pt x="52769" y="65151"/>
                      <a:pt x="52769" y="65722"/>
                    </a:cubicBezTo>
                    <a:cubicBezTo>
                      <a:pt x="52769" y="66294"/>
                      <a:pt x="52769" y="66961"/>
                      <a:pt x="52769" y="67532"/>
                    </a:cubicBezTo>
                    <a:lnTo>
                      <a:pt x="48482" y="68675"/>
                    </a:lnTo>
                    <a:cubicBezTo>
                      <a:pt x="47816" y="68866"/>
                      <a:pt x="47339" y="69342"/>
                      <a:pt x="47244" y="69913"/>
                    </a:cubicBezTo>
                    <a:cubicBezTo>
                      <a:pt x="46863" y="71342"/>
                      <a:pt x="46292" y="72580"/>
                      <a:pt x="45625" y="73819"/>
                    </a:cubicBezTo>
                    <a:cubicBezTo>
                      <a:pt x="45339" y="74390"/>
                      <a:pt x="45339" y="75057"/>
                      <a:pt x="45625" y="75629"/>
                    </a:cubicBezTo>
                    <a:lnTo>
                      <a:pt x="47816" y="79534"/>
                    </a:lnTo>
                    <a:cubicBezTo>
                      <a:pt x="47054" y="80486"/>
                      <a:pt x="46196" y="81344"/>
                      <a:pt x="45244" y="82105"/>
                    </a:cubicBezTo>
                    <a:lnTo>
                      <a:pt x="41434" y="79915"/>
                    </a:lnTo>
                    <a:cubicBezTo>
                      <a:pt x="40862" y="79629"/>
                      <a:pt x="40196" y="79629"/>
                      <a:pt x="39624" y="79915"/>
                    </a:cubicBezTo>
                    <a:cubicBezTo>
                      <a:pt x="38481" y="80581"/>
                      <a:pt x="37148" y="81153"/>
                      <a:pt x="35814" y="81534"/>
                    </a:cubicBezTo>
                    <a:cubicBezTo>
                      <a:pt x="35147" y="81724"/>
                      <a:pt x="34671" y="82201"/>
                      <a:pt x="34576" y="82772"/>
                    </a:cubicBezTo>
                    <a:lnTo>
                      <a:pt x="33433" y="87059"/>
                    </a:lnTo>
                    <a:cubicBezTo>
                      <a:pt x="32480" y="87059"/>
                      <a:pt x="31433" y="87059"/>
                      <a:pt x="30575" y="87059"/>
                    </a:cubicBezTo>
                    <a:lnTo>
                      <a:pt x="30575" y="87059"/>
                    </a:lnTo>
                    <a:cubicBezTo>
                      <a:pt x="30575" y="87059"/>
                      <a:pt x="30385" y="87059"/>
                      <a:pt x="30194" y="87059"/>
                    </a:cubicBezTo>
                    <a:lnTo>
                      <a:pt x="30861" y="76010"/>
                    </a:lnTo>
                    <a:cubicBezTo>
                      <a:pt x="30861" y="76010"/>
                      <a:pt x="31052" y="76010"/>
                      <a:pt x="31147" y="76010"/>
                    </a:cubicBezTo>
                    <a:lnTo>
                      <a:pt x="31242" y="76010"/>
                    </a:lnTo>
                    <a:cubicBezTo>
                      <a:pt x="31242" y="76010"/>
                      <a:pt x="31528" y="76010"/>
                      <a:pt x="31623" y="76010"/>
                    </a:cubicBezTo>
                    <a:cubicBezTo>
                      <a:pt x="37433" y="76010"/>
                      <a:pt x="42101" y="71342"/>
                      <a:pt x="42101" y="65532"/>
                    </a:cubicBezTo>
                    <a:cubicBezTo>
                      <a:pt x="42101" y="59722"/>
                      <a:pt x="37719" y="55436"/>
                      <a:pt x="32195" y="55150"/>
                    </a:cubicBezTo>
                    <a:lnTo>
                      <a:pt x="32195" y="55150"/>
                    </a:lnTo>
                    <a:lnTo>
                      <a:pt x="32195" y="54388"/>
                    </a:lnTo>
                    <a:cubicBezTo>
                      <a:pt x="32195" y="54388"/>
                      <a:pt x="32195" y="54388"/>
                      <a:pt x="32195" y="54293"/>
                    </a:cubicBezTo>
                    <a:lnTo>
                      <a:pt x="32195" y="44672"/>
                    </a:lnTo>
                    <a:cubicBezTo>
                      <a:pt x="32195" y="44672"/>
                      <a:pt x="32957" y="44863"/>
                      <a:pt x="33338" y="44768"/>
                    </a:cubicBezTo>
                    <a:close/>
                  </a:path>
                </a:pathLst>
              </a:custGeom>
              <a:solidFill>
                <a:srgbClr val="FEFCF9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1008"/>
              <p:cNvSpPr/>
              <p:nvPr/>
            </p:nvSpPr>
            <p:spPr>
              <a:xfrm>
                <a:off x="5264181" y="4058697"/>
                <a:ext cx="5048" cy="16097"/>
              </a:xfrm>
              <a:custGeom>
                <a:avLst/>
                <a:gdLst>
                  <a:gd name="connsiteX0" fmla="*/ 2572 w 5048"/>
                  <a:gd name="connsiteY0" fmla="*/ 0 h 16097"/>
                  <a:gd name="connsiteX1" fmla="*/ 0 w 5048"/>
                  <a:gd name="connsiteY1" fmla="*/ 2477 h 16097"/>
                  <a:gd name="connsiteX2" fmla="*/ 1429 w 5048"/>
                  <a:gd name="connsiteY2" fmla="*/ 4667 h 16097"/>
                  <a:gd name="connsiteX3" fmla="*/ 0 w 5048"/>
                  <a:gd name="connsiteY3" fmla="*/ 10668 h 16097"/>
                  <a:gd name="connsiteX4" fmla="*/ 2572 w 5048"/>
                  <a:gd name="connsiteY4" fmla="*/ 16097 h 16097"/>
                  <a:gd name="connsiteX5" fmla="*/ 5048 w 5048"/>
                  <a:gd name="connsiteY5" fmla="*/ 10668 h 16097"/>
                  <a:gd name="connsiteX6" fmla="*/ 3715 w 5048"/>
                  <a:gd name="connsiteY6" fmla="*/ 4667 h 16097"/>
                  <a:gd name="connsiteX7" fmla="*/ 5048 w 5048"/>
                  <a:gd name="connsiteY7" fmla="*/ 2477 h 16097"/>
                  <a:gd name="connsiteX8" fmla="*/ 2572 w 5048"/>
                  <a:gd name="connsiteY8" fmla="*/ 0 h 16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" h="16097">
                    <a:moveTo>
                      <a:pt x="2572" y="0"/>
                    </a:moveTo>
                    <a:lnTo>
                      <a:pt x="0" y="2477"/>
                    </a:lnTo>
                    <a:lnTo>
                      <a:pt x="1429" y="4667"/>
                    </a:lnTo>
                    <a:lnTo>
                      <a:pt x="0" y="10668"/>
                    </a:lnTo>
                    <a:lnTo>
                      <a:pt x="2572" y="16097"/>
                    </a:lnTo>
                    <a:lnTo>
                      <a:pt x="5048" y="10668"/>
                    </a:lnTo>
                    <a:lnTo>
                      <a:pt x="3715" y="4667"/>
                    </a:lnTo>
                    <a:lnTo>
                      <a:pt x="5048" y="2477"/>
                    </a:lnTo>
                    <a:lnTo>
                      <a:pt x="2572" y="0"/>
                    </a:lnTo>
                    <a:close/>
                  </a:path>
                </a:pathLst>
              </a:custGeom>
              <a:solidFill>
                <a:srgbClr val="FEFCF9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图形 455"/>
            <p:cNvGrpSpPr/>
            <p:nvPr/>
          </p:nvGrpSpPr>
          <p:grpSpPr>
            <a:xfrm>
              <a:off x="5228271" y="4501610"/>
              <a:ext cx="83343" cy="72961"/>
              <a:chOff x="5228271" y="4501610"/>
              <a:chExt cx="83343" cy="72961"/>
            </a:xfrm>
            <a:solidFill>
              <a:srgbClr val="FEFCF9"/>
            </a:solidFill>
          </p:grpSpPr>
          <p:grpSp>
            <p:nvGrpSpPr>
              <p:cNvPr id="14" name="图形 455"/>
              <p:cNvGrpSpPr/>
              <p:nvPr/>
            </p:nvGrpSpPr>
            <p:grpSpPr>
              <a:xfrm>
                <a:off x="5228271" y="4501610"/>
                <a:ext cx="66008" cy="66484"/>
                <a:chOff x="5228271" y="4501610"/>
                <a:chExt cx="66008" cy="66484"/>
              </a:xfrm>
              <a:solidFill>
                <a:srgbClr val="FEFCF9"/>
              </a:solidFill>
            </p:grpSpPr>
            <p:sp>
              <p:nvSpPr>
                <p:cNvPr id="16" name="任意多边形: 形状 1011"/>
                <p:cNvSpPr/>
                <p:nvPr/>
              </p:nvSpPr>
              <p:spPr>
                <a:xfrm>
                  <a:off x="5228271" y="4501610"/>
                  <a:ext cx="66008" cy="66484"/>
                </a:xfrm>
                <a:custGeom>
                  <a:avLst/>
                  <a:gdLst>
                    <a:gd name="connsiteX0" fmla="*/ 4572 w 66008"/>
                    <a:gd name="connsiteY0" fmla="*/ 66389 h 66484"/>
                    <a:gd name="connsiteX1" fmla="*/ 8001 w 66008"/>
                    <a:gd name="connsiteY1" fmla="*/ 46768 h 66484"/>
                    <a:gd name="connsiteX2" fmla="*/ 0 w 66008"/>
                    <a:gd name="connsiteY2" fmla="*/ 28289 h 66484"/>
                    <a:gd name="connsiteX3" fmla="*/ 33052 w 66008"/>
                    <a:gd name="connsiteY3" fmla="*/ 0 h 66484"/>
                    <a:gd name="connsiteX4" fmla="*/ 66008 w 66008"/>
                    <a:gd name="connsiteY4" fmla="*/ 28289 h 66484"/>
                    <a:gd name="connsiteX5" fmla="*/ 33052 w 66008"/>
                    <a:gd name="connsiteY5" fmla="*/ 56579 h 66484"/>
                    <a:gd name="connsiteX6" fmla="*/ 23241 w 66008"/>
                    <a:gd name="connsiteY6" fmla="*/ 55341 h 66484"/>
                    <a:gd name="connsiteX7" fmla="*/ 4667 w 66008"/>
                    <a:gd name="connsiteY7" fmla="*/ 66485 h 66484"/>
                    <a:gd name="connsiteX8" fmla="*/ 32957 w 66008"/>
                    <a:gd name="connsiteY8" fmla="*/ 3524 h 66484"/>
                    <a:gd name="connsiteX9" fmla="*/ 3429 w 66008"/>
                    <a:gd name="connsiteY9" fmla="*/ 28289 h 66484"/>
                    <a:gd name="connsiteX10" fmla="*/ 11049 w 66008"/>
                    <a:gd name="connsiteY10" fmla="*/ 44958 h 66484"/>
                    <a:gd name="connsiteX11" fmla="*/ 11716 w 66008"/>
                    <a:gd name="connsiteY11" fmla="*/ 45625 h 66484"/>
                    <a:gd name="connsiteX12" fmla="*/ 9239 w 66008"/>
                    <a:gd name="connsiteY12" fmla="*/ 59531 h 66484"/>
                    <a:gd name="connsiteX13" fmla="*/ 22574 w 66008"/>
                    <a:gd name="connsiteY13" fmla="*/ 51530 h 66484"/>
                    <a:gd name="connsiteX14" fmla="*/ 23336 w 66008"/>
                    <a:gd name="connsiteY14" fmla="*/ 51721 h 66484"/>
                    <a:gd name="connsiteX15" fmla="*/ 32957 w 66008"/>
                    <a:gd name="connsiteY15" fmla="*/ 53054 h 66484"/>
                    <a:gd name="connsiteX16" fmla="*/ 62484 w 66008"/>
                    <a:gd name="connsiteY16" fmla="*/ 28289 h 66484"/>
                    <a:gd name="connsiteX17" fmla="*/ 32957 w 66008"/>
                    <a:gd name="connsiteY17" fmla="*/ 3524 h 66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6008" h="66484">
                      <a:moveTo>
                        <a:pt x="4572" y="66389"/>
                      </a:moveTo>
                      <a:lnTo>
                        <a:pt x="8001" y="46768"/>
                      </a:lnTo>
                      <a:cubicBezTo>
                        <a:pt x="2858" y="41624"/>
                        <a:pt x="0" y="35052"/>
                        <a:pt x="0" y="28289"/>
                      </a:cubicBezTo>
                      <a:cubicBezTo>
                        <a:pt x="0" y="12668"/>
                        <a:pt x="14764" y="0"/>
                        <a:pt x="33052" y="0"/>
                      </a:cubicBezTo>
                      <a:cubicBezTo>
                        <a:pt x="51340" y="0"/>
                        <a:pt x="66008" y="12668"/>
                        <a:pt x="66008" y="28289"/>
                      </a:cubicBezTo>
                      <a:cubicBezTo>
                        <a:pt x="66008" y="43910"/>
                        <a:pt x="51149" y="56579"/>
                        <a:pt x="33052" y="56579"/>
                      </a:cubicBezTo>
                      <a:cubicBezTo>
                        <a:pt x="29718" y="56579"/>
                        <a:pt x="26384" y="56102"/>
                        <a:pt x="23241" y="55341"/>
                      </a:cubicBezTo>
                      <a:lnTo>
                        <a:pt x="4667" y="66485"/>
                      </a:lnTo>
                      <a:close/>
                      <a:moveTo>
                        <a:pt x="32957" y="3524"/>
                      </a:moveTo>
                      <a:cubicBezTo>
                        <a:pt x="16669" y="3524"/>
                        <a:pt x="3429" y="14669"/>
                        <a:pt x="3429" y="28289"/>
                      </a:cubicBezTo>
                      <a:cubicBezTo>
                        <a:pt x="3429" y="34385"/>
                        <a:pt x="6191" y="40386"/>
                        <a:pt x="11049" y="44958"/>
                      </a:cubicBezTo>
                      <a:lnTo>
                        <a:pt x="11716" y="45625"/>
                      </a:lnTo>
                      <a:lnTo>
                        <a:pt x="9239" y="59531"/>
                      </a:lnTo>
                      <a:lnTo>
                        <a:pt x="22574" y="51530"/>
                      </a:lnTo>
                      <a:lnTo>
                        <a:pt x="23336" y="51721"/>
                      </a:lnTo>
                      <a:cubicBezTo>
                        <a:pt x="26384" y="52674"/>
                        <a:pt x="29623" y="53054"/>
                        <a:pt x="32957" y="53054"/>
                      </a:cubicBezTo>
                      <a:cubicBezTo>
                        <a:pt x="49244" y="53054"/>
                        <a:pt x="62484" y="41910"/>
                        <a:pt x="62484" y="28289"/>
                      </a:cubicBezTo>
                      <a:cubicBezTo>
                        <a:pt x="62484" y="14669"/>
                        <a:pt x="49244" y="3524"/>
                        <a:pt x="32957" y="3524"/>
                      </a:cubicBezTo>
                      <a:close/>
                    </a:path>
                  </a:pathLst>
                </a:custGeom>
                <a:solidFill>
                  <a:srgbClr val="FEFCF9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7" name="图形 455"/>
                <p:cNvGrpSpPr/>
                <p:nvPr/>
              </p:nvGrpSpPr>
              <p:grpSpPr>
                <a:xfrm>
                  <a:off x="5245798" y="4525994"/>
                  <a:ext cx="31432" cy="7429"/>
                  <a:chOff x="5245798" y="4525994"/>
                  <a:chExt cx="31432" cy="7429"/>
                </a:xfrm>
                <a:solidFill>
                  <a:srgbClr val="FEFCF9"/>
                </a:solidFill>
              </p:grpSpPr>
              <p:grpSp>
                <p:nvGrpSpPr>
                  <p:cNvPr id="18" name="图形 455"/>
                  <p:cNvGrpSpPr/>
                  <p:nvPr/>
                </p:nvGrpSpPr>
                <p:grpSpPr>
                  <a:xfrm>
                    <a:off x="5245798" y="4525994"/>
                    <a:ext cx="31432" cy="7429"/>
                    <a:chOff x="5245798" y="4525994"/>
                    <a:chExt cx="31432" cy="7429"/>
                  </a:xfrm>
                  <a:solidFill>
                    <a:srgbClr val="FEFCF9"/>
                  </a:solidFill>
                </p:grpSpPr>
                <p:sp>
                  <p:nvSpPr>
                    <p:cNvPr id="20" name="任意多边形: 形状 1014"/>
                    <p:cNvSpPr/>
                    <p:nvPr/>
                  </p:nvSpPr>
                  <p:spPr>
                    <a:xfrm>
                      <a:off x="5245798" y="4525994"/>
                      <a:ext cx="7429" cy="7429"/>
                    </a:xfrm>
                    <a:custGeom>
                      <a:avLst/>
                      <a:gdLst>
                        <a:gd name="connsiteX0" fmla="*/ 7429 w 7429"/>
                        <a:gd name="connsiteY0" fmla="*/ 3715 h 7429"/>
                        <a:gd name="connsiteX1" fmla="*/ 3715 w 7429"/>
                        <a:gd name="connsiteY1" fmla="*/ 7429 h 7429"/>
                        <a:gd name="connsiteX2" fmla="*/ 0 w 7429"/>
                        <a:gd name="connsiteY2" fmla="*/ 3715 h 7429"/>
                        <a:gd name="connsiteX3" fmla="*/ 3715 w 7429"/>
                        <a:gd name="connsiteY3" fmla="*/ 0 h 7429"/>
                        <a:gd name="connsiteX4" fmla="*/ 7429 w 7429"/>
                        <a:gd name="connsiteY4" fmla="*/ 3715 h 74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29" h="7429">
                          <a:moveTo>
                            <a:pt x="7429" y="3715"/>
                          </a:moveTo>
                          <a:cubicBezTo>
                            <a:pt x="7429" y="5810"/>
                            <a:pt x="5810" y="7429"/>
                            <a:pt x="3715" y="7429"/>
                          </a:cubicBezTo>
                          <a:cubicBezTo>
                            <a:pt x="1619" y="7429"/>
                            <a:pt x="0" y="5810"/>
                            <a:pt x="0" y="3715"/>
                          </a:cubicBezTo>
                          <a:cubicBezTo>
                            <a:pt x="0" y="1619"/>
                            <a:pt x="1619" y="0"/>
                            <a:pt x="3715" y="0"/>
                          </a:cubicBezTo>
                          <a:cubicBezTo>
                            <a:pt x="5810" y="0"/>
                            <a:pt x="7429" y="1619"/>
                            <a:pt x="7429" y="3715"/>
                          </a:cubicBezTo>
                          <a:close/>
                        </a:path>
                      </a:pathLst>
                    </a:custGeom>
                    <a:solidFill>
                      <a:srgbClr val="FEFCF9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" name="任意多边形: 形状 1015"/>
                    <p:cNvSpPr/>
                    <p:nvPr/>
                  </p:nvSpPr>
                  <p:spPr>
                    <a:xfrm>
                      <a:off x="5269800" y="4525994"/>
                      <a:ext cx="7429" cy="7429"/>
                    </a:xfrm>
                    <a:custGeom>
                      <a:avLst/>
                      <a:gdLst>
                        <a:gd name="connsiteX0" fmla="*/ 7429 w 7429"/>
                        <a:gd name="connsiteY0" fmla="*/ 3715 h 7429"/>
                        <a:gd name="connsiteX1" fmla="*/ 3715 w 7429"/>
                        <a:gd name="connsiteY1" fmla="*/ 7429 h 7429"/>
                        <a:gd name="connsiteX2" fmla="*/ 0 w 7429"/>
                        <a:gd name="connsiteY2" fmla="*/ 3715 h 7429"/>
                        <a:gd name="connsiteX3" fmla="*/ 3715 w 7429"/>
                        <a:gd name="connsiteY3" fmla="*/ 0 h 7429"/>
                        <a:gd name="connsiteX4" fmla="*/ 7429 w 7429"/>
                        <a:gd name="connsiteY4" fmla="*/ 3715 h 74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429" h="7429">
                          <a:moveTo>
                            <a:pt x="7429" y="3715"/>
                          </a:moveTo>
                          <a:cubicBezTo>
                            <a:pt x="7429" y="5810"/>
                            <a:pt x="5810" y="7429"/>
                            <a:pt x="3715" y="7429"/>
                          </a:cubicBezTo>
                          <a:cubicBezTo>
                            <a:pt x="1619" y="7429"/>
                            <a:pt x="0" y="5810"/>
                            <a:pt x="0" y="3715"/>
                          </a:cubicBezTo>
                          <a:cubicBezTo>
                            <a:pt x="0" y="1619"/>
                            <a:pt x="1715" y="0"/>
                            <a:pt x="3715" y="0"/>
                          </a:cubicBezTo>
                          <a:cubicBezTo>
                            <a:pt x="5715" y="0"/>
                            <a:pt x="7429" y="1619"/>
                            <a:pt x="7429" y="3715"/>
                          </a:cubicBezTo>
                          <a:close/>
                        </a:path>
                      </a:pathLst>
                    </a:custGeom>
                    <a:solidFill>
                      <a:srgbClr val="FEFCF9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9" name="任意多边形: 形状 1016"/>
                  <p:cNvSpPr/>
                  <p:nvPr/>
                </p:nvSpPr>
                <p:spPr>
                  <a:xfrm>
                    <a:off x="5257799" y="4525994"/>
                    <a:ext cx="7429" cy="7429"/>
                  </a:xfrm>
                  <a:custGeom>
                    <a:avLst/>
                    <a:gdLst>
                      <a:gd name="connsiteX0" fmla="*/ 7429 w 7429"/>
                      <a:gd name="connsiteY0" fmla="*/ 3715 h 7429"/>
                      <a:gd name="connsiteX1" fmla="*/ 3715 w 7429"/>
                      <a:gd name="connsiteY1" fmla="*/ 7429 h 7429"/>
                      <a:gd name="connsiteX2" fmla="*/ 0 w 7429"/>
                      <a:gd name="connsiteY2" fmla="*/ 3715 h 7429"/>
                      <a:gd name="connsiteX3" fmla="*/ 3715 w 7429"/>
                      <a:gd name="connsiteY3" fmla="*/ 0 h 7429"/>
                      <a:gd name="connsiteX4" fmla="*/ 7429 w 7429"/>
                      <a:gd name="connsiteY4" fmla="*/ 3715 h 74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429" h="7429">
                        <a:moveTo>
                          <a:pt x="7429" y="3715"/>
                        </a:moveTo>
                        <a:cubicBezTo>
                          <a:pt x="7429" y="5810"/>
                          <a:pt x="5715" y="7429"/>
                          <a:pt x="3715" y="7429"/>
                        </a:cubicBezTo>
                        <a:cubicBezTo>
                          <a:pt x="1714" y="7429"/>
                          <a:pt x="0" y="5810"/>
                          <a:pt x="0" y="3715"/>
                        </a:cubicBezTo>
                        <a:cubicBezTo>
                          <a:pt x="0" y="1619"/>
                          <a:pt x="1619" y="0"/>
                          <a:pt x="3715" y="0"/>
                        </a:cubicBezTo>
                        <a:cubicBezTo>
                          <a:pt x="5810" y="0"/>
                          <a:pt x="7429" y="1619"/>
                          <a:pt x="7429" y="3715"/>
                        </a:cubicBezTo>
                        <a:close/>
                      </a:path>
                    </a:pathLst>
                  </a:custGeom>
                  <a:solidFill>
                    <a:srgbClr val="FEFCF9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" name="任意多边形: 形状 1017"/>
              <p:cNvSpPr/>
              <p:nvPr/>
            </p:nvSpPr>
            <p:spPr>
              <a:xfrm>
                <a:off x="5259037" y="4515040"/>
                <a:ext cx="52577" cy="59531"/>
              </a:xfrm>
              <a:custGeom>
                <a:avLst/>
                <a:gdLst>
                  <a:gd name="connsiteX0" fmla="*/ 52578 w 52577"/>
                  <a:gd name="connsiteY0" fmla="*/ 25051 h 59531"/>
                  <a:gd name="connsiteX1" fmla="*/ 28099 w 52577"/>
                  <a:gd name="connsiteY1" fmla="*/ 0 h 59531"/>
                  <a:gd name="connsiteX2" fmla="*/ 30766 w 52577"/>
                  <a:gd name="connsiteY2" fmla="*/ 4096 h 59531"/>
                  <a:gd name="connsiteX3" fmla="*/ 49054 w 52577"/>
                  <a:gd name="connsiteY3" fmla="*/ 25051 h 59531"/>
                  <a:gd name="connsiteX4" fmla="*/ 42291 w 52577"/>
                  <a:gd name="connsiteY4" fmla="*/ 39815 h 59531"/>
                  <a:gd name="connsiteX5" fmla="*/ 41624 w 52577"/>
                  <a:gd name="connsiteY5" fmla="*/ 40481 h 59531"/>
                  <a:gd name="connsiteX6" fmla="*/ 43720 w 52577"/>
                  <a:gd name="connsiteY6" fmla="*/ 52673 h 59531"/>
                  <a:gd name="connsiteX7" fmla="*/ 32099 w 52577"/>
                  <a:gd name="connsiteY7" fmla="*/ 45720 h 59531"/>
                  <a:gd name="connsiteX8" fmla="*/ 31337 w 52577"/>
                  <a:gd name="connsiteY8" fmla="*/ 45911 h 59531"/>
                  <a:gd name="connsiteX9" fmla="*/ 22860 w 52577"/>
                  <a:gd name="connsiteY9" fmla="*/ 47054 h 59531"/>
                  <a:gd name="connsiteX10" fmla="*/ 5143 w 52577"/>
                  <a:gd name="connsiteY10" fmla="*/ 41243 h 59531"/>
                  <a:gd name="connsiteX11" fmla="*/ 2191 w 52577"/>
                  <a:gd name="connsiteY11" fmla="*/ 41338 h 59531"/>
                  <a:gd name="connsiteX12" fmla="*/ 0 w 52577"/>
                  <a:gd name="connsiteY12" fmla="*/ 41338 h 59531"/>
                  <a:gd name="connsiteX13" fmla="*/ 22860 w 52577"/>
                  <a:gd name="connsiteY13" fmla="*/ 50578 h 59531"/>
                  <a:gd name="connsiteX14" fmla="*/ 31623 w 52577"/>
                  <a:gd name="connsiteY14" fmla="*/ 49435 h 59531"/>
                  <a:gd name="connsiteX15" fmla="*/ 48482 w 52577"/>
                  <a:gd name="connsiteY15" fmla="*/ 59531 h 59531"/>
                  <a:gd name="connsiteX16" fmla="*/ 45339 w 52577"/>
                  <a:gd name="connsiteY16" fmla="*/ 41720 h 59531"/>
                  <a:gd name="connsiteX17" fmla="*/ 52578 w 52577"/>
                  <a:gd name="connsiteY17" fmla="*/ 25051 h 5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2577" h="59531">
                    <a:moveTo>
                      <a:pt x="52578" y="25051"/>
                    </a:moveTo>
                    <a:cubicBezTo>
                      <a:pt x="52578" y="12573"/>
                      <a:pt x="42005" y="2096"/>
                      <a:pt x="28099" y="0"/>
                    </a:cubicBezTo>
                    <a:cubicBezTo>
                      <a:pt x="29146" y="1334"/>
                      <a:pt x="30004" y="2667"/>
                      <a:pt x="30766" y="4096"/>
                    </a:cubicBezTo>
                    <a:cubicBezTo>
                      <a:pt x="41338" y="6953"/>
                      <a:pt x="49054" y="15240"/>
                      <a:pt x="49054" y="25051"/>
                    </a:cubicBezTo>
                    <a:cubicBezTo>
                      <a:pt x="49054" y="30480"/>
                      <a:pt x="46577" y="35719"/>
                      <a:pt x="42291" y="39815"/>
                    </a:cubicBezTo>
                    <a:lnTo>
                      <a:pt x="41624" y="40481"/>
                    </a:lnTo>
                    <a:lnTo>
                      <a:pt x="43720" y="52673"/>
                    </a:lnTo>
                    <a:lnTo>
                      <a:pt x="32099" y="45720"/>
                    </a:lnTo>
                    <a:lnTo>
                      <a:pt x="31337" y="45911"/>
                    </a:lnTo>
                    <a:cubicBezTo>
                      <a:pt x="28575" y="46673"/>
                      <a:pt x="25717" y="47054"/>
                      <a:pt x="22860" y="47054"/>
                    </a:cubicBezTo>
                    <a:cubicBezTo>
                      <a:pt x="16002" y="47054"/>
                      <a:pt x="9811" y="44863"/>
                      <a:pt x="5143" y="41243"/>
                    </a:cubicBezTo>
                    <a:cubicBezTo>
                      <a:pt x="4191" y="41243"/>
                      <a:pt x="3143" y="41338"/>
                      <a:pt x="2191" y="41338"/>
                    </a:cubicBezTo>
                    <a:cubicBezTo>
                      <a:pt x="1429" y="41338"/>
                      <a:pt x="762" y="41338"/>
                      <a:pt x="0" y="41338"/>
                    </a:cubicBezTo>
                    <a:cubicBezTo>
                      <a:pt x="5429" y="46958"/>
                      <a:pt x="13716" y="50578"/>
                      <a:pt x="22860" y="50578"/>
                    </a:cubicBezTo>
                    <a:cubicBezTo>
                      <a:pt x="25813" y="50578"/>
                      <a:pt x="28765" y="50197"/>
                      <a:pt x="31623" y="49435"/>
                    </a:cubicBezTo>
                    <a:lnTo>
                      <a:pt x="48482" y="59531"/>
                    </a:lnTo>
                    <a:lnTo>
                      <a:pt x="45339" y="41720"/>
                    </a:lnTo>
                    <a:cubicBezTo>
                      <a:pt x="50006" y="37148"/>
                      <a:pt x="52578" y="31242"/>
                      <a:pt x="52578" y="25051"/>
                    </a:cubicBezTo>
                    <a:close/>
                  </a:path>
                </a:pathLst>
              </a:custGeom>
              <a:solidFill>
                <a:srgbClr val="FEFCF9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图形 455"/>
            <p:cNvGrpSpPr/>
            <p:nvPr/>
          </p:nvGrpSpPr>
          <p:grpSpPr>
            <a:xfrm>
              <a:off x="5098636" y="4272533"/>
              <a:ext cx="70485" cy="72104"/>
              <a:chOff x="5098636" y="4272533"/>
              <a:chExt cx="70485" cy="72104"/>
            </a:xfrm>
            <a:solidFill>
              <a:srgbClr val="FEFCF9"/>
            </a:solidFill>
          </p:grpSpPr>
          <p:sp>
            <p:nvSpPr>
              <p:cNvPr id="12" name="任意多边形: 形状 1019"/>
              <p:cNvSpPr/>
              <p:nvPr/>
            </p:nvSpPr>
            <p:spPr>
              <a:xfrm>
                <a:off x="5142832" y="4289488"/>
                <a:ext cx="9525" cy="9525"/>
              </a:xfrm>
              <a:custGeom>
                <a:avLst/>
                <a:gdLst>
                  <a:gd name="connsiteX0" fmla="*/ 1429 w 9525"/>
                  <a:gd name="connsiteY0" fmla="*/ 1429 h 9525"/>
                  <a:gd name="connsiteX1" fmla="*/ 4763 w 9525"/>
                  <a:gd name="connsiteY1" fmla="*/ 0 h 9525"/>
                  <a:gd name="connsiteX2" fmla="*/ 4763 w 9525"/>
                  <a:gd name="connsiteY2" fmla="*/ 0 h 9525"/>
                  <a:gd name="connsiteX3" fmla="*/ 8096 w 9525"/>
                  <a:gd name="connsiteY3" fmla="*/ 1334 h 9525"/>
                  <a:gd name="connsiteX4" fmla="*/ 8096 w 9525"/>
                  <a:gd name="connsiteY4" fmla="*/ 8096 h 9525"/>
                  <a:gd name="connsiteX5" fmla="*/ 4763 w 9525"/>
                  <a:gd name="connsiteY5" fmla="*/ 9525 h 9525"/>
                  <a:gd name="connsiteX6" fmla="*/ 4763 w 9525"/>
                  <a:gd name="connsiteY6" fmla="*/ 9525 h 9525"/>
                  <a:gd name="connsiteX7" fmla="*/ 1429 w 9525"/>
                  <a:gd name="connsiteY7" fmla="*/ 8096 h 9525"/>
                  <a:gd name="connsiteX8" fmla="*/ 1429 w 9525"/>
                  <a:gd name="connsiteY8" fmla="*/ 8096 h 9525"/>
                  <a:gd name="connsiteX9" fmla="*/ 0 w 9525"/>
                  <a:gd name="connsiteY9" fmla="*/ 4763 h 9525"/>
                  <a:gd name="connsiteX10" fmla="*/ 1334 w 9525"/>
                  <a:gd name="connsiteY10" fmla="*/ 142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525" h="9525">
                    <a:moveTo>
                      <a:pt x="1429" y="1429"/>
                    </a:moveTo>
                    <a:cubicBezTo>
                      <a:pt x="2381" y="571"/>
                      <a:pt x="3524" y="0"/>
                      <a:pt x="4763" y="0"/>
                    </a:cubicBezTo>
                    <a:lnTo>
                      <a:pt x="4763" y="0"/>
                    </a:lnTo>
                    <a:cubicBezTo>
                      <a:pt x="6001" y="0"/>
                      <a:pt x="7239" y="476"/>
                      <a:pt x="8096" y="1334"/>
                    </a:cubicBezTo>
                    <a:cubicBezTo>
                      <a:pt x="10001" y="3238"/>
                      <a:pt x="10001" y="6191"/>
                      <a:pt x="8096" y="8096"/>
                    </a:cubicBezTo>
                    <a:cubicBezTo>
                      <a:pt x="7239" y="8954"/>
                      <a:pt x="6001" y="9525"/>
                      <a:pt x="4763" y="9525"/>
                    </a:cubicBezTo>
                    <a:lnTo>
                      <a:pt x="4763" y="9525"/>
                    </a:lnTo>
                    <a:cubicBezTo>
                      <a:pt x="3524" y="9525"/>
                      <a:pt x="2286" y="9049"/>
                      <a:pt x="1429" y="8096"/>
                    </a:cubicBezTo>
                    <a:lnTo>
                      <a:pt x="1429" y="8096"/>
                    </a:lnTo>
                    <a:cubicBezTo>
                      <a:pt x="572" y="7239"/>
                      <a:pt x="0" y="6001"/>
                      <a:pt x="0" y="4763"/>
                    </a:cubicBezTo>
                    <a:cubicBezTo>
                      <a:pt x="0" y="3524"/>
                      <a:pt x="476" y="2286"/>
                      <a:pt x="1334" y="1429"/>
                    </a:cubicBezTo>
                    <a:close/>
                  </a:path>
                </a:pathLst>
              </a:custGeom>
              <a:solidFill>
                <a:srgbClr val="FEFCF9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020"/>
              <p:cNvSpPr/>
              <p:nvPr/>
            </p:nvSpPr>
            <p:spPr>
              <a:xfrm>
                <a:off x="5098636" y="4272533"/>
                <a:ext cx="70485" cy="72104"/>
              </a:xfrm>
              <a:custGeom>
                <a:avLst/>
                <a:gdLst>
                  <a:gd name="connsiteX0" fmla="*/ 68008 w 70485"/>
                  <a:gd name="connsiteY0" fmla="*/ 762 h 72104"/>
                  <a:gd name="connsiteX1" fmla="*/ 38576 w 70485"/>
                  <a:gd name="connsiteY1" fmla="*/ 14383 h 72104"/>
                  <a:gd name="connsiteX2" fmla="*/ 26861 w 70485"/>
                  <a:gd name="connsiteY2" fmla="*/ 27242 h 72104"/>
                  <a:gd name="connsiteX3" fmla="*/ 11049 w 70485"/>
                  <a:gd name="connsiteY3" fmla="*/ 32766 h 72104"/>
                  <a:gd name="connsiteX4" fmla="*/ 10763 w 70485"/>
                  <a:gd name="connsiteY4" fmla="*/ 32956 h 72104"/>
                  <a:gd name="connsiteX5" fmla="*/ 10478 w 70485"/>
                  <a:gd name="connsiteY5" fmla="*/ 33242 h 72104"/>
                  <a:gd name="connsiteX6" fmla="*/ 6477 w 70485"/>
                  <a:gd name="connsiteY6" fmla="*/ 38862 h 72104"/>
                  <a:gd name="connsiteX7" fmla="*/ 5048 w 70485"/>
                  <a:gd name="connsiteY7" fmla="*/ 41243 h 72104"/>
                  <a:gd name="connsiteX8" fmla="*/ 7715 w 70485"/>
                  <a:gd name="connsiteY8" fmla="*/ 41434 h 72104"/>
                  <a:gd name="connsiteX9" fmla="*/ 16859 w 70485"/>
                  <a:gd name="connsiteY9" fmla="*/ 42672 h 72104"/>
                  <a:gd name="connsiteX10" fmla="*/ 16859 w 70485"/>
                  <a:gd name="connsiteY10" fmla="*/ 42672 h 72104"/>
                  <a:gd name="connsiteX11" fmla="*/ 6287 w 70485"/>
                  <a:gd name="connsiteY11" fmla="*/ 56102 h 72104"/>
                  <a:gd name="connsiteX12" fmla="*/ 4858 w 70485"/>
                  <a:gd name="connsiteY12" fmla="*/ 60103 h 72104"/>
                  <a:gd name="connsiteX13" fmla="*/ 8096 w 70485"/>
                  <a:gd name="connsiteY13" fmla="*/ 58388 h 72104"/>
                  <a:gd name="connsiteX14" fmla="*/ 6953 w 70485"/>
                  <a:gd name="connsiteY14" fmla="*/ 60388 h 72104"/>
                  <a:gd name="connsiteX15" fmla="*/ 3429 w 70485"/>
                  <a:gd name="connsiteY15" fmla="*/ 66389 h 72104"/>
                  <a:gd name="connsiteX16" fmla="*/ 0 w 70485"/>
                  <a:gd name="connsiteY16" fmla="*/ 72104 h 72104"/>
                  <a:gd name="connsiteX17" fmla="*/ 7334 w 70485"/>
                  <a:gd name="connsiteY17" fmla="*/ 67723 h 72104"/>
                  <a:gd name="connsiteX18" fmla="*/ 11430 w 70485"/>
                  <a:gd name="connsiteY18" fmla="*/ 65151 h 72104"/>
                  <a:gd name="connsiteX19" fmla="*/ 9811 w 70485"/>
                  <a:gd name="connsiteY19" fmla="*/ 68389 h 72104"/>
                  <a:gd name="connsiteX20" fmla="*/ 14097 w 70485"/>
                  <a:gd name="connsiteY20" fmla="*/ 66294 h 72104"/>
                  <a:gd name="connsiteX21" fmla="*/ 28099 w 70485"/>
                  <a:gd name="connsiteY21" fmla="*/ 53912 h 72104"/>
                  <a:gd name="connsiteX22" fmla="*/ 28194 w 70485"/>
                  <a:gd name="connsiteY22" fmla="*/ 53912 h 72104"/>
                  <a:gd name="connsiteX23" fmla="*/ 29432 w 70485"/>
                  <a:gd name="connsiteY23" fmla="*/ 63055 h 72104"/>
                  <a:gd name="connsiteX24" fmla="*/ 29623 w 70485"/>
                  <a:gd name="connsiteY24" fmla="*/ 65722 h 72104"/>
                  <a:gd name="connsiteX25" fmla="*/ 31909 w 70485"/>
                  <a:gd name="connsiteY25" fmla="*/ 64294 h 72104"/>
                  <a:gd name="connsiteX26" fmla="*/ 37529 w 70485"/>
                  <a:gd name="connsiteY26" fmla="*/ 60293 h 72104"/>
                  <a:gd name="connsiteX27" fmla="*/ 37814 w 70485"/>
                  <a:gd name="connsiteY27" fmla="*/ 60103 h 72104"/>
                  <a:gd name="connsiteX28" fmla="*/ 38005 w 70485"/>
                  <a:gd name="connsiteY28" fmla="*/ 59722 h 72104"/>
                  <a:gd name="connsiteX29" fmla="*/ 43434 w 70485"/>
                  <a:gd name="connsiteY29" fmla="*/ 43910 h 72104"/>
                  <a:gd name="connsiteX30" fmla="*/ 56388 w 70485"/>
                  <a:gd name="connsiteY30" fmla="*/ 32099 h 72104"/>
                  <a:gd name="connsiteX31" fmla="*/ 69914 w 70485"/>
                  <a:gd name="connsiteY31" fmla="*/ 2572 h 72104"/>
                  <a:gd name="connsiteX32" fmla="*/ 70485 w 70485"/>
                  <a:gd name="connsiteY32" fmla="*/ 0 h 72104"/>
                  <a:gd name="connsiteX33" fmla="*/ 67913 w 70485"/>
                  <a:gd name="connsiteY33" fmla="*/ 571 h 72104"/>
                  <a:gd name="connsiteX34" fmla="*/ 10763 w 70485"/>
                  <a:gd name="connsiteY34" fmla="*/ 38386 h 72104"/>
                  <a:gd name="connsiteX35" fmla="*/ 12859 w 70485"/>
                  <a:gd name="connsiteY35" fmla="*/ 35623 h 72104"/>
                  <a:gd name="connsiteX36" fmla="*/ 23527 w 70485"/>
                  <a:gd name="connsiteY36" fmla="*/ 31528 h 72104"/>
                  <a:gd name="connsiteX37" fmla="*/ 17621 w 70485"/>
                  <a:gd name="connsiteY37" fmla="*/ 39434 h 72104"/>
                  <a:gd name="connsiteX38" fmla="*/ 10763 w 70485"/>
                  <a:gd name="connsiteY38" fmla="*/ 38386 h 72104"/>
                  <a:gd name="connsiteX39" fmla="*/ 16097 w 70485"/>
                  <a:gd name="connsiteY39" fmla="*/ 61627 h 72104"/>
                  <a:gd name="connsiteX40" fmla="*/ 16097 w 70485"/>
                  <a:gd name="connsiteY40" fmla="*/ 61246 h 72104"/>
                  <a:gd name="connsiteX41" fmla="*/ 16955 w 70485"/>
                  <a:gd name="connsiteY41" fmla="*/ 56960 h 72104"/>
                  <a:gd name="connsiteX42" fmla="*/ 13526 w 70485"/>
                  <a:gd name="connsiteY42" fmla="*/ 59531 h 72104"/>
                  <a:gd name="connsiteX43" fmla="*/ 9525 w 70485"/>
                  <a:gd name="connsiteY43" fmla="*/ 62389 h 72104"/>
                  <a:gd name="connsiteX44" fmla="*/ 9811 w 70485"/>
                  <a:gd name="connsiteY44" fmla="*/ 62008 h 72104"/>
                  <a:gd name="connsiteX45" fmla="*/ 14383 w 70485"/>
                  <a:gd name="connsiteY45" fmla="*/ 54293 h 72104"/>
                  <a:gd name="connsiteX46" fmla="*/ 17717 w 70485"/>
                  <a:gd name="connsiteY46" fmla="*/ 48959 h 72104"/>
                  <a:gd name="connsiteX47" fmla="*/ 12192 w 70485"/>
                  <a:gd name="connsiteY47" fmla="*/ 51911 h 72104"/>
                  <a:gd name="connsiteX48" fmla="*/ 11525 w 70485"/>
                  <a:gd name="connsiteY48" fmla="*/ 52292 h 72104"/>
                  <a:gd name="connsiteX49" fmla="*/ 18193 w 70485"/>
                  <a:gd name="connsiteY49" fmla="*/ 45720 h 72104"/>
                  <a:gd name="connsiteX50" fmla="*/ 21241 w 70485"/>
                  <a:gd name="connsiteY50" fmla="*/ 49625 h 72104"/>
                  <a:gd name="connsiteX51" fmla="*/ 25051 w 70485"/>
                  <a:gd name="connsiteY51" fmla="*/ 52578 h 72104"/>
                  <a:gd name="connsiteX52" fmla="*/ 16097 w 70485"/>
                  <a:gd name="connsiteY52" fmla="*/ 61627 h 72104"/>
                  <a:gd name="connsiteX53" fmla="*/ 35243 w 70485"/>
                  <a:gd name="connsiteY53" fmla="*/ 58007 h 72104"/>
                  <a:gd name="connsiteX54" fmla="*/ 32480 w 70485"/>
                  <a:gd name="connsiteY54" fmla="*/ 60103 h 72104"/>
                  <a:gd name="connsiteX55" fmla="*/ 31433 w 70485"/>
                  <a:gd name="connsiteY55" fmla="*/ 53245 h 72104"/>
                  <a:gd name="connsiteX56" fmla="*/ 39338 w 70485"/>
                  <a:gd name="connsiteY56" fmla="*/ 47339 h 72104"/>
                  <a:gd name="connsiteX57" fmla="*/ 35338 w 70485"/>
                  <a:gd name="connsiteY57" fmla="*/ 58007 h 72104"/>
                  <a:gd name="connsiteX58" fmla="*/ 54007 w 70485"/>
                  <a:gd name="connsiteY58" fmla="*/ 29909 h 72104"/>
                  <a:gd name="connsiteX59" fmla="*/ 29051 w 70485"/>
                  <a:gd name="connsiteY59" fmla="*/ 50863 h 72104"/>
                  <a:gd name="connsiteX60" fmla="*/ 23527 w 70485"/>
                  <a:gd name="connsiteY60" fmla="*/ 47339 h 72104"/>
                  <a:gd name="connsiteX61" fmla="*/ 20003 w 70485"/>
                  <a:gd name="connsiteY61" fmla="*/ 41815 h 72104"/>
                  <a:gd name="connsiteX62" fmla="*/ 40862 w 70485"/>
                  <a:gd name="connsiteY62" fmla="*/ 16859 h 72104"/>
                  <a:gd name="connsiteX63" fmla="*/ 66199 w 70485"/>
                  <a:gd name="connsiteY63" fmla="*/ 4667 h 72104"/>
                  <a:gd name="connsiteX64" fmla="*/ 54102 w 70485"/>
                  <a:gd name="connsiteY64" fmla="*/ 30004 h 72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70485" h="72104">
                    <a:moveTo>
                      <a:pt x="68008" y="762"/>
                    </a:moveTo>
                    <a:cubicBezTo>
                      <a:pt x="59341" y="2667"/>
                      <a:pt x="47530" y="5429"/>
                      <a:pt x="38576" y="14383"/>
                    </a:cubicBezTo>
                    <a:cubicBezTo>
                      <a:pt x="33909" y="19145"/>
                      <a:pt x="30290" y="22955"/>
                      <a:pt x="26861" y="27242"/>
                    </a:cubicBezTo>
                    <a:cubicBezTo>
                      <a:pt x="21336" y="28480"/>
                      <a:pt x="16859" y="29813"/>
                      <a:pt x="11049" y="32766"/>
                    </a:cubicBezTo>
                    <a:lnTo>
                      <a:pt x="10763" y="32956"/>
                    </a:lnTo>
                    <a:lnTo>
                      <a:pt x="10478" y="33242"/>
                    </a:lnTo>
                    <a:cubicBezTo>
                      <a:pt x="7715" y="36862"/>
                      <a:pt x="6477" y="38767"/>
                      <a:pt x="6477" y="38862"/>
                    </a:cubicBezTo>
                    <a:lnTo>
                      <a:pt x="5048" y="41243"/>
                    </a:lnTo>
                    <a:lnTo>
                      <a:pt x="7715" y="41434"/>
                    </a:lnTo>
                    <a:cubicBezTo>
                      <a:pt x="7715" y="41434"/>
                      <a:pt x="12097" y="41720"/>
                      <a:pt x="16859" y="42672"/>
                    </a:cubicBezTo>
                    <a:cubicBezTo>
                      <a:pt x="16859" y="42672"/>
                      <a:pt x="16859" y="42672"/>
                      <a:pt x="16859" y="42672"/>
                    </a:cubicBezTo>
                    <a:cubicBezTo>
                      <a:pt x="12002" y="45053"/>
                      <a:pt x="8763" y="49244"/>
                      <a:pt x="6287" y="56102"/>
                    </a:cubicBezTo>
                    <a:lnTo>
                      <a:pt x="4858" y="60103"/>
                    </a:lnTo>
                    <a:lnTo>
                      <a:pt x="8096" y="58388"/>
                    </a:lnTo>
                    <a:cubicBezTo>
                      <a:pt x="7715" y="59055"/>
                      <a:pt x="7334" y="59722"/>
                      <a:pt x="6953" y="60388"/>
                    </a:cubicBezTo>
                    <a:cubicBezTo>
                      <a:pt x="5906" y="62294"/>
                      <a:pt x="4763" y="64198"/>
                      <a:pt x="3429" y="66389"/>
                    </a:cubicBezTo>
                    <a:lnTo>
                      <a:pt x="0" y="72104"/>
                    </a:lnTo>
                    <a:lnTo>
                      <a:pt x="7334" y="67723"/>
                    </a:lnTo>
                    <a:cubicBezTo>
                      <a:pt x="9049" y="66675"/>
                      <a:pt x="10192" y="66008"/>
                      <a:pt x="11430" y="65151"/>
                    </a:cubicBezTo>
                    <a:lnTo>
                      <a:pt x="9811" y="68389"/>
                    </a:lnTo>
                    <a:lnTo>
                      <a:pt x="14097" y="66294"/>
                    </a:lnTo>
                    <a:cubicBezTo>
                      <a:pt x="21527" y="62675"/>
                      <a:pt x="25622" y="59817"/>
                      <a:pt x="28099" y="53912"/>
                    </a:cubicBezTo>
                    <a:cubicBezTo>
                      <a:pt x="28099" y="53912"/>
                      <a:pt x="28099" y="53912"/>
                      <a:pt x="28194" y="53912"/>
                    </a:cubicBezTo>
                    <a:cubicBezTo>
                      <a:pt x="29147" y="58674"/>
                      <a:pt x="29432" y="62960"/>
                      <a:pt x="29432" y="63055"/>
                    </a:cubicBezTo>
                    <a:lnTo>
                      <a:pt x="29623" y="65722"/>
                    </a:lnTo>
                    <a:lnTo>
                      <a:pt x="31909" y="64294"/>
                    </a:lnTo>
                    <a:cubicBezTo>
                      <a:pt x="31909" y="64294"/>
                      <a:pt x="33909" y="63055"/>
                      <a:pt x="37529" y="60293"/>
                    </a:cubicBezTo>
                    <a:lnTo>
                      <a:pt x="37814" y="60103"/>
                    </a:lnTo>
                    <a:lnTo>
                      <a:pt x="38005" y="59722"/>
                    </a:lnTo>
                    <a:cubicBezTo>
                      <a:pt x="40862" y="54007"/>
                      <a:pt x="42196" y="49721"/>
                      <a:pt x="43434" y="43910"/>
                    </a:cubicBezTo>
                    <a:cubicBezTo>
                      <a:pt x="47720" y="40386"/>
                      <a:pt x="51626" y="36862"/>
                      <a:pt x="56388" y="32099"/>
                    </a:cubicBezTo>
                    <a:cubicBezTo>
                      <a:pt x="65342" y="23146"/>
                      <a:pt x="68008" y="11239"/>
                      <a:pt x="69914" y="2572"/>
                    </a:cubicBezTo>
                    <a:lnTo>
                      <a:pt x="70485" y="0"/>
                    </a:lnTo>
                    <a:lnTo>
                      <a:pt x="67913" y="571"/>
                    </a:lnTo>
                    <a:close/>
                    <a:moveTo>
                      <a:pt x="10763" y="38386"/>
                    </a:moveTo>
                    <a:cubicBezTo>
                      <a:pt x="11335" y="37624"/>
                      <a:pt x="12002" y="36671"/>
                      <a:pt x="12859" y="35623"/>
                    </a:cubicBezTo>
                    <a:cubicBezTo>
                      <a:pt x="16764" y="33623"/>
                      <a:pt x="20098" y="32385"/>
                      <a:pt x="23527" y="31528"/>
                    </a:cubicBezTo>
                    <a:cubicBezTo>
                      <a:pt x="21717" y="33909"/>
                      <a:pt x="19812" y="36481"/>
                      <a:pt x="17621" y="39434"/>
                    </a:cubicBezTo>
                    <a:cubicBezTo>
                      <a:pt x="15050" y="38862"/>
                      <a:pt x="12573" y="38576"/>
                      <a:pt x="10763" y="38386"/>
                    </a:cubicBezTo>
                    <a:close/>
                    <a:moveTo>
                      <a:pt x="16097" y="61627"/>
                    </a:moveTo>
                    <a:cubicBezTo>
                      <a:pt x="16097" y="61627"/>
                      <a:pt x="16097" y="61341"/>
                      <a:pt x="16097" y="61246"/>
                    </a:cubicBezTo>
                    <a:lnTo>
                      <a:pt x="16955" y="56960"/>
                    </a:lnTo>
                    <a:lnTo>
                      <a:pt x="13526" y="59531"/>
                    </a:lnTo>
                    <a:cubicBezTo>
                      <a:pt x="11716" y="60865"/>
                      <a:pt x="10668" y="61722"/>
                      <a:pt x="9525" y="62389"/>
                    </a:cubicBezTo>
                    <a:cubicBezTo>
                      <a:pt x="9525" y="62294"/>
                      <a:pt x="9716" y="62103"/>
                      <a:pt x="9811" y="62008"/>
                    </a:cubicBezTo>
                    <a:cubicBezTo>
                      <a:pt x="11240" y="59531"/>
                      <a:pt x="12573" y="57055"/>
                      <a:pt x="14383" y="54293"/>
                    </a:cubicBezTo>
                    <a:lnTo>
                      <a:pt x="17717" y="48959"/>
                    </a:lnTo>
                    <a:lnTo>
                      <a:pt x="12192" y="51911"/>
                    </a:lnTo>
                    <a:cubicBezTo>
                      <a:pt x="12192" y="51911"/>
                      <a:pt x="11811" y="52197"/>
                      <a:pt x="11525" y="52292"/>
                    </a:cubicBezTo>
                    <a:cubicBezTo>
                      <a:pt x="13621" y="48482"/>
                      <a:pt x="16002" y="46672"/>
                      <a:pt x="18193" y="45720"/>
                    </a:cubicBezTo>
                    <a:cubicBezTo>
                      <a:pt x="18955" y="47054"/>
                      <a:pt x="20003" y="48482"/>
                      <a:pt x="21241" y="49625"/>
                    </a:cubicBezTo>
                    <a:cubicBezTo>
                      <a:pt x="22384" y="50768"/>
                      <a:pt x="23717" y="51816"/>
                      <a:pt x="25051" y="52578"/>
                    </a:cubicBezTo>
                    <a:cubicBezTo>
                      <a:pt x="23527" y="56388"/>
                      <a:pt x="21241" y="58769"/>
                      <a:pt x="16097" y="61627"/>
                    </a:cubicBezTo>
                    <a:close/>
                    <a:moveTo>
                      <a:pt x="35243" y="58007"/>
                    </a:moveTo>
                    <a:cubicBezTo>
                      <a:pt x="34100" y="58864"/>
                      <a:pt x="33147" y="59531"/>
                      <a:pt x="32480" y="60103"/>
                    </a:cubicBezTo>
                    <a:cubicBezTo>
                      <a:pt x="32290" y="58293"/>
                      <a:pt x="31909" y="55817"/>
                      <a:pt x="31433" y="53245"/>
                    </a:cubicBezTo>
                    <a:cubicBezTo>
                      <a:pt x="34385" y="51149"/>
                      <a:pt x="36957" y="49244"/>
                      <a:pt x="39338" y="47339"/>
                    </a:cubicBezTo>
                    <a:cubicBezTo>
                      <a:pt x="38386" y="50959"/>
                      <a:pt x="37243" y="54102"/>
                      <a:pt x="35338" y="58007"/>
                    </a:cubicBezTo>
                    <a:close/>
                    <a:moveTo>
                      <a:pt x="54007" y="29909"/>
                    </a:moveTo>
                    <a:cubicBezTo>
                      <a:pt x="45434" y="38481"/>
                      <a:pt x="39529" y="43148"/>
                      <a:pt x="29051" y="50863"/>
                    </a:cubicBezTo>
                    <a:cubicBezTo>
                      <a:pt x="27813" y="50578"/>
                      <a:pt x="25432" y="49339"/>
                      <a:pt x="23527" y="47339"/>
                    </a:cubicBezTo>
                    <a:cubicBezTo>
                      <a:pt x="21431" y="45339"/>
                      <a:pt x="20288" y="42958"/>
                      <a:pt x="20003" y="41815"/>
                    </a:cubicBezTo>
                    <a:cubicBezTo>
                      <a:pt x="27623" y="31242"/>
                      <a:pt x="32290" y="25432"/>
                      <a:pt x="40862" y="16859"/>
                    </a:cubicBezTo>
                    <a:cubicBezTo>
                      <a:pt x="48292" y="9335"/>
                      <a:pt x="58198" y="6477"/>
                      <a:pt x="66199" y="4667"/>
                    </a:cubicBezTo>
                    <a:cubicBezTo>
                      <a:pt x="64294" y="12573"/>
                      <a:pt x="61532" y="22479"/>
                      <a:pt x="54102" y="30004"/>
                    </a:cubicBezTo>
                    <a:close/>
                  </a:path>
                </a:pathLst>
              </a:custGeom>
              <a:solidFill>
                <a:srgbClr val="FEFCF9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1649302" y="1180867"/>
            <a:ext cx="8530642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建立信任 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 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客户最在乎的是处理问题的能力（让客户省心），</a:t>
            </a:r>
            <a:r>
              <a:rPr lang="zh-CN" altLang="en-US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而不是价格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8497104" y="269926"/>
            <a:ext cx="2411671" cy="382759"/>
            <a:chOff x="8497104" y="269926"/>
            <a:chExt cx="2411671" cy="382759"/>
          </a:xfrm>
        </p:grpSpPr>
        <p:sp>
          <p:nvSpPr>
            <p:cNvPr id="40" name="矩形 39"/>
            <p:cNvSpPr/>
            <p:nvPr/>
          </p:nvSpPr>
          <p:spPr>
            <a:xfrm>
              <a:off x="8497104" y="269926"/>
              <a:ext cx="1166409" cy="3827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家装策略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9742366" y="269926"/>
              <a:ext cx="1166409" cy="382759"/>
            </a:xfrm>
            <a:prstGeom prst="rect">
              <a:avLst/>
            </a:prstGeom>
            <a:solidFill>
              <a:srgbClr val="C00000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家装执行</a:t>
              </a:r>
            </a:p>
          </p:txBody>
        </p:sp>
      </p:grpSp>
      <p:sp>
        <p:nvSpPr>
          <p:cNvPr id="43" name="标题 4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家装客户攻克作战图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536974" y="1537003"/>
            <a:ext cx="11118052" cy="4709249"/>
            <a:chOff x="923694" y="1575641"/>
            <a:chExt cx="10544112" cy="3909190"/>
          </a:xfrm>
        </p:grpSpPr>
        <p:cxnSp>
          <p:nvCxnSpPr>
            <p:cNvPr id="2" name="直接箭头连接符 69"/>
            <p:cNvCxnSpPr/>
            <p:nvPr/>
          </p:nvCxnSpPr>
          <p:spPr>
            <a:xfrm>
              <a:off x="8782615" y="2146043"/>
              <a:ext cx="1331929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: 圆角 37"/>
            <p:cNvSpPr/>
            <p:nvPr/>
          </p:nvSpPr>
          <p:spPr>
            <a:xfrm>
              <a:off x="3167064" y="3966796"/>
              <a:ext cx="1353262" cy="458244"/>
            </a:xfrm>
            <a:prstGeom prst="roundRect">
              <a:avLst>
                <a:gd name="adj" fmla="val 23021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达成意向</a:t>
              </a:r>
              <a:endParaRPr lang="en-US" altLang="zh-CN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" name="矩形: 圆角 36"/>
            <p:cNvSpPr/>
            <p:nvPr/>
          </p:nvSpPr>
          <p:spPr>
            <a:xfrm>
              <a:off x="923694" y="3171077"/>
              <a:ext cx="1353262" cy="458244"/>
            </a:xfrm>
            <a:prstGeom prst="roundRect">
              <a:avLst>
                <a:gd name="adj" fmla="val 23021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业务员拜访</a:t>
              </a:r>
              <a:endParaRPr lang="en-US" altLang="zh-CN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76055" y="3699011"/>
              <a:ext cx="1248541" cy="310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品牌宣贯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76055" y="3929982"/>
              <a:ext cx="1248541" cy="310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产品优势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76055" y="4160953"/>
              <a:ext cx="1248541" cy="310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服务形式</a:t>
              </a:r>
            </a:p>
          </p:txBody>
        </p:sp>
        <p:cxnSp>
          <p:nvCxnSpPr>
            <p:cNvPr id="8" name="直接箭头连接符 5"/>
            <p:cNvCxnSpPr/>
            <p:nvPr/>
          </p:nvCxnSpPr>
          <p:spPr>
            <a:xfrm>
              <a:off x="2829971" y="4215574"/>
              <a:ext cx="350887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278262" y="3392527"/>
              <a:ext cx="52793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51"/>
            <p:cNvCxnSpPr/>
            <p:nvPr/>
          </p:nvCxnSpPr>
          <p:spPr>
            <a:xfrm>
              <a:off x="2808883" y="2708724"/>
              <a:ext cx="350887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803744" y="2708724"/>
              <a:ext cx="2452" cy="150685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: 圆角 52"/>
            <p:cNvSpPr/>
            <p:nvPr/>
          </p:nvSpPr>
          <p:spPr>
            <a:xfrm>
              <a:off x="3167064" y="2480469"/>
              <a:ext cx="1353262" cy="458244"/>
            </a:xfrm>
            <a:prstGeom prst="roundRect">
              <a:avLst>
                <a:gd name="adj" fmla="val 23021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老板出面</a:t>
              </a:r>
              <a:endParaRPr lang="en-US" altLang="zh-CN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186172" y="2970788"/>
              <a:ext cx="1248541" cy="310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施工流程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186172" y="3224404"/>
              <a:ext cx="1248541" cy="310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服务承诺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186172" y="3478021"/>
              <a:ext cx="1248541" cy="310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保修售后</a:t>
              </a:r>
            </a:p>
          </p:txBody>
        </p:sp>
        <p:sp>
          <p:nvSpPr>
            <p:cNvPr id="16" name="矩形: 圆角 57"/>
            <p:cNvSpPr/>
            <p:nvPr/>
          </p:nvSpPr>
          <p:spPr>
            <a:xfrm>
              <a:off x="5357098" y="3419322"/>
              <a:ext cx="1353262" cy="458244"/>
            </a:xfrm>
            <a:prstGeom prst="roundRect">
              <a:avLst>
                <a:gd name="adj" fmla="val 23021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达成意向</a:t>
              </a:r>
              <a:endParaRPr lang="en-US" altLang="zh-CN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7" name="直接箭头连接符 58"/>
            <p:cNvCxnSpPr/>
            <p:nvPr/>
          </p:nvCxnSpPr>
          <p:spPr>
            <a:xfrm>
              <a:off x="4999635" y="3651514"/>
              <a:ext cx="350887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59"/>
            <p:cNvCxnSpPr>
              <a:endCxn id="24" idx="1"/>
            </p:cNvCxnSpPr>
            <p:nvPr/>
          </p:nvCxnSpPr>
          <p:spPr>
            <a:xfrm flipV="1">
              <a:off x="5006211" y="2146043"/>
              <a:ext cx="375212" cy="7774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60"/>
            <p:cNvCxnSpPr/>
            <p:nvPr/>
          </p:nvCxnSpPr>
          <p:spPr>
            <a:xfrm flipH="1">
              <a:off x="5002247" y="2153817"/>
              <a:ext cx="3964" cy="149462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61"/>
            <p:cNvCxnSpPr/>
            <p:nvPr/>
          </p:nvCxnSpPr>
          <p:spPr>
            <a:xfrm>
              <a:off x="4526196" y="2708617"/>
              <a:ext cx="468193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/>
            <p:cNvGrpSpPr/>
            <p:nvPr/>
          </p:nvGrpSpPr>
          <p:grpSpPr>
            <a:xfrm>
              <a:off x="5340858" y="1880597"/>
              <a:ext cx="3441757" cy="1319230"/>
              <a:chOff x="5560411" y="3345120"/>
              <a:chExt cx="3441757" cy="1319230"/>
            </a:xfrm>
          </p:grpSpPr>
          <p:cxnSp>
            <p:nvCxnSpPr>
              <p:cNvPr id="22" name="直接连接符 80"/>
              <p:cNvCxnSpPr/>
              <p:nvPr/>
            </p:nvCxnSpPr>
            <p:spPr>
              <a:xfrm>
                <a:off x="6854828" y="3601158"/>
                <a:ext cx="468193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5560411" y="3345120"/>
                <a:ext cx="3441757" cy="1319230"/>
                <a:chOff x="5560411" y="3345120"/>
                <a:chExt cx="3441757" cy="1319230"/>
              </a:xfrm>
            </p:grpSpPr>
            <p:sp>
              <p:nvSpPr>
                <p:cNvPr id="24" name="矩形: 圆角 35"/>
                <p:cNvSpPr/>
                <p:nvPr/>
              </p:nvSpPr>
              <p:spPr>
                <a:xfrm>
                  <a:off x="5600976" y="3346561"/>
                  <a:ext cx="1507964" cy="528010"/>
                </a:xfrm>
                <a:prstGeom prst="roundRect">
                  <a:avLst>
                    <a:gd name="adj" fmla="val 23021"/>
                  </a:avLst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latin typeface="+mn-ea"/>
                    </a:rPr>
                    <a:t>技术交流会</a:t>
                  </a:r>
                  <a:endParaRPr lang="en-US" altLang="zh-CN" b="1" dirty="0">
                    <a:latin typeface="+mn-ea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5560411" y="3937515"/>
                  <a:ext cx="1588577" cy="3103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微软雅黑" panose="020B0503020204020204" pitchFamily="34" charset="-122"/>
                    </a:rPr>
                    <a:t>雨虹产品体验</a:t>
                  </a: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5560411" y="4180169"/>
                  <a:ext cx="1588577" cy="3103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微软雅黑" panose="020B0503020204020204" pitchFamily="34" charset="-122"/>
                    </a:rPr>
                    <a:t>疑难咨询解答</a:t>
                  </a:r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7203451" y="4116083"/>
                  <a:ext cx="1588577" cy="3103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微软雅黑" panose="020B0503020204020204" pitchFamily="34" charset="-122"/>
                    </a:rPr>
                    <a:t>强调标准化施工</a:t>
                  </a:r>
                </a:p>
              </p:txBody>
            </p:sp>
            <p:sp>
              <p:nvSpPr>
                <p:cNvPr id="28" name="矩形: 圆角 65"/>
                <p:cNvSpPr/>
                <p:nvPr/>
              </p:nvSpPr>
              <p:spPr>
                <a:xfrm>
                  <a:off x="7148987" y="3345120"/>
                  <a:ext cx="1853181" cy="528010"/>
                </a:xfrm>
                <a:prstGeom prst="roundRect">
                  <a:avLst>
                    <a:gd name="adj" fmla="val 23021"/>
                  </a:avLst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latin typeface="+mn-ea"/>
                    </a:rPr>
                    <a:t>低价</a:t>
                  </a:r>
                  <a:r>
                    <a:rPr lang="en-US" altLang="zh-CN" b="1" dirty="0">
                      <a:latin typeface="+mn-ea"/>
                    </a:rPr>
                    <a:t>&amp;</a:t>
                  </a:r>
                  <a:r>
                    <a:rPr lang="zh-CN" altLang="en-US" b="1" dirty="0">
                      <a:latin typeface="+mn-ea"/>
                    </a:rPr>
                    <a:t>免费试单</a:t>
                  </a:r>
                  <a:endParaRPr lang="en-US" altLang="zh-CN" b="1" dirty="0">
                    <a:latin typeface="+mn-ea"/>
                  </a:endParaRPr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7099376" y="3862609"/>
                  <a:ext cx="1882686" cy="3103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微软雅黑" panose="020B0503020204020204" pitchFamily="34" charset="-122"/>
                    </a:rPr>
                    <a:t>样板间施工</a:t>
                  </a: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7186560" y="4354047"/>
                  <a:ext cx="1588577" cy="3103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微软雅黑" panose="020B0503020204020204" pitchFamily="34" charset="-122"/>
                    </a:rPr>
                    <a:t>体现团队专业性</a:t>
                  </a:r>
                </a:p>
              </p:txBody>
            </p:sp>
          </p:grpSp>
        </p:grpSp>
        <p:sp>
          <p:nvSpPr>
            <p:cNvPr id="31" name="矩形: 圆角 73"/>
            <p:cNvSpPr/>
            <p:nvPr/>
          </p:nvSpPr>
          <p:spPr>
            <a:xfrm>
              <a:off x="10114544" y="1816340"/>
              <a:ext cx="1353262" cy="659406"/>
            </a:xfrm>
            <a:prstGeom prst="roundRect">
              <a:avLst>
                <a:gd name="adj" fmla="val 23021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+mn-ea"/>
                </a:rPr>
                <a:t>培养关系</a:t>
              </a:r>
              <a:endParaRPr lang="en-US" altLang="zh-CN" sz="1600" b="1" dirty="0">
                <a:latin typeface="+mn-ea"/>
              </a:endParaRPr>
            </a:p>
            <a:p>
              <a:pPr algn="ctr"/>
              <a:r>
                <a:rPr lang="zh-CN" altLang="en-US" sz="1600" b="1" dirty="0">
                  <a:latin typeface="+mn-ea"/>
                </a:rPr>
                <a:t>建立基础</a:t>
              </a:r>
              <a:endParaRPr lang="en-US" altLang="zh-CN" sz="1600" b="1" dirty="0">
                <a:latin typeface="+mn-ea"/>
              </a:endParaRPr>
            </a:p>
          </p:txBody>
        </p:sp>
        <p:sp>
          <p:nvSpPr>
            <p:cNvPr id="32" name="矩形: 圆角 74"/>
            <p:cNvSpPr/>
            <p:nvPr/>
          </p:nvSpPr>
          <p:spPr>
            <a:xfrm>
              <a:off x="6879823" y="4528474"/>
              <a:ext cx="1514500" cy="956357"/>
            </a:xfrm>
            <a:prstGeom prst="roundRect">
              <a:avLst>
                <a:gd name="adj" fmla="val 1165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b="1" dirty="0">
                  <a:latin typeface="+mn-ea"/>
                </a:rPr>
                <a:t>逐步扩大信任</a:t>
              </a:r>
              <a:endParaRPr lang="en-US" altLang="zh-CN" sz="1600" b="1" dirty="0"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600" b="1" dirty="0">
                  <a:latin typeface="+mn-ea"/>
                </a:rPr>
                <a:t>提升客单值</a:t>
              </a:r>
              <a:endParaRPr lang="en-US" altLang="zh-CN" sz="1600" b="1" dirty="0">
                <a:latin typeface="+mn-ea"/>
              </a:endParaRPr>
            </a:p>
          </p:txBody>
        </p:sp>
        <p:cxnSp>
          <p:nvCxnSpPr>
            <p:cNvPr id="33" name="直接箭头连接符 76"/>
            <p:cNvCxnSpPr/>
            <p:nvPr/>
          </p:nvCxnSpPr>
          <p:spPr>
            <a:xfrm>
              <a:off x="7637073" y="4208665"/>
              <a:ext cx="0" cy="317435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77"/>
            <p:cNvCxnSpPr>
              <a:stCxn id="16" idx="2"/>
            </p:cNvCxnSpPr>
            <p:nvPr/>
          </p:nvCxnSpPr>
          <p:spPr>
            <a:xfrm>
              <a:off x="6033729" y="3877566"/>
              <a:ext cx="0" cy="33800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3758345" y="4425041"/>
              <a:ext cx="3171089" cy="578118"/>
              <a:chOff x="3793487" y="5415940"/>
              <a:chExt cx="3171089" cy="896777"/>
            </a:xfrm>
          </p:grpSpPr>
          <p:cxnSp>
            <p:nvCxnSpPr>
              <p:cNvPr id="36" name="直接箭头连接符 75"/>
              <p:cNvCxnSpPr/>
              <p:nvPr/>
            </p:nvCxnSpPr>
            <p:spPr>
              <a:xfrm>
                <a:off x="3793487" y="6312717"/>
                <a:ext cx="3171089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99"/>
              <p:cNvCxnSpPr/>
              <p:nvPr/>
            </p:nvCxnSpPr>
            <p:spPr>
              <a:xfrm flipH="1">
                <a:off x="3793487" y="5415940"/>
                <a:ext cx="571" cy="89677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直接连接符 102"/>
            <p:cNvCxnSpPr/>
            <p:nvPr/>
          </p:nvCxnSpPr>
          <p:spPr>
            <a:xfrm>
              <a:off x="6033729" y="4208665"/>
              <a:ext cx="160334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/>
            <p:cNvSpPr txBox="1"/>
            <p:nvPr/>
          </p:nvSpPr>
          <p:spPr>
            <a:xfrm>
              <a:off x="1043563" y="2810276"/>
              <a:ext cx="11135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第一步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321190" y="2154508"/>
              <a:ext cx="11135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第二步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615333" y="1575641"/>
              <a:ext cx="11135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第三步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2" name="肘形连接符 41"/>
            <p:cNvCxnSpPr>
              <a:stCxn id="32" idx="3"/>
            </p:cNvCxnSpPr>
            <p:nvPr/>
          </p:nvCxnSpPr>
          <p:spPr>
            <a:xfrm flipV="1">
              <a:off x="8394324" y="2153817"/>
              <a:ext cx="1001794" cy="2852836"/>
            </a:xfrm>
            <a:prstGeom prst="bentConnector2">
              <a:avLst/>
            </a:prstGeom>
            <a:ln w="9525">
              <a:solidFill>
                <a:srgbClr val="C00000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文本框 45"/>
          <p:cNvSpPr txBox="1"/>
          <p:nvPr/>
        </p:nvSpPr>
        <p:spPr>
          <a:xfrm>
            <a:off x="367644" y="1133212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</a:rPr>
              <a:t>团队作战，逐步攻克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8497104" y="269926"/>
            <a:ext cx="2411671" cy="382759"/>
            <a:chOff x="8497104" y="269926"/>
            <a:chExt cx="2411671" cy="382759"/>
          </a:xfrm>
        </p:grpSpPr>
        <p:sp>
          <p:nvSpPr>
            <p:cNvPr id="47" name="矩形 46"/>
            <p:cNvSpPr/>
            <p:nvPr/>
          </p:nvSpPr>
          <p:spPr>
            <a:xfrm>
              <a:off x="8497104" y="269926"/>
              <a:ext cx="1166409" cy="3827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家装策略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9742366" y="269926"/>
              <a:ext cx="1166409" cy="382759"/>
            </a:xfrm>
            <a:prstGeom prst="rect">
              <a:avLst/>
            </a:prstGeom>
            <a:solidFill>
              <a:srgbClr val="C00000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家装执行</a:t>
              </a:r>
            </a:p>
          </p:txBody>
        </p:sp>
      </p:grpSp>
      <p:sp>
        <p:nvSpPr>
          <p:cNvPr id="49" name="标题 4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家装客户攻克作战图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199989" y="3312629"/>
            <a:ext cx="4032000" cy="246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客户关键人维系：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固定拜访频率（两周一次），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订单量减少则提升频率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时常向项目经理讲解产品知识，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通过利益维持长久的关系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基于年度销量赠送礼品、代金券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257640" y="3535381"/>
            <a:ext cx="3528000" cy="172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朋友圈宣传施工场景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感谢家装公司的选择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争取新小区样板房的装修，打造标杆效应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2816" y="2628159"/>
            <a:ext cx="3896720" cy="317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2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作业透明化：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每一次作业都建群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业主、家装公司、施工团队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三方在群内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施工过程实时反馈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作业标准化：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强调标准工艺，优质材料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作业可视化：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sym typeface="微软雅黑" panose="020B0503020204020204" pitchFamily="34" charset="-122"/>
              </a:rPr>
              <a:t>定期定节点发送施工及成果视频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03545" y="952369"/>
            <a:ext cx="4584909" cy="581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持续服务 ，扩大信任，建立粘性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021341" y="2073670"/>
            <a:ext cx="1495943" cy="455534"/>
          </a:xfrm>
          <a:prstGeom prst="roundRect">
            <a:avLst>
              <a:gd name="adj" fmla="val 650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+mn-ea"/>
              </a:rPr>
              <a:t>保持服务标准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8775759" y="2073670"/>
            <a:ext cx="1495943" cy="455534"/>
          </a:xfrm>
          <a:prstGeom prst="roundRect">
            <a:avLst>
              <a:gd name="adj" fmla="val 650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+mn-ea"/>
              </a:rPr>
              <a:t>持续宣传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223561" y="2073670"/>
            <a:ext cx="1495943" cy="455534"/>
          </a:xfrm>
          <a:prstGeom prst="roundRect">
            <a:avLst>
              <a:gd name="adj" fmla="val 650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+mn-ea"/>
              </a:rPr>
              <a:t>持续客情</a:t>
            </a:r>
            <a:endParaRPr lang="en-US" altLang="zh-CN" sz="1600" b="1" dirty="0">
              <a:latin typeface="+mn-ea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3945663" y="2628159"/>
            <a:ext cx="0" cy="2941517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8231990" y="2628159"/>
            <a:ext cx="0" cy="2941517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174339" y="2653883"/>
            <a:ext cx="403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决策链：话事人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（老板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&amp;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采购经理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&amp;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设计师）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直接决定材料使用</a:t>
            </a:r>
            <a:endParaRPr lang="zh-CN" altLang="en-US" sz="1600" dirty="0"/>
          </a:p>
        </p:txBody>
      </p:sp>
      <p:grpSp>
        <p:nvGrpSpPr>
          <p:cNvPr id="4" name="组合 3"/>
          <p:cNvGrpSpPr/>
          <p:nvPr/>
        </p:nvGrpSpPr>
        <p:grpSpPr>
          <a:xfrm>
            <a:off x="8497104" y="269926"/>
            <a:ext cx="2411671" cy="382759"/>
            <a:chOff x="8497104" y="269926"/>
            <a:chExt cx="2411671" cy="382759"/>
          </a:xfrm>
        </p:grpSpPr>
        <p:sp>
          <p:nvSpPr>
            <p:cNvPr id="5" name="矩形 4"/>
            <p:cNvSpPr/>
            <p:nvPr/>
          </p:nvSpPr>
          <p:spPr>
            <a:xfrm>
              <a:off x="8497104" y="269926"/>
              <a:ext cx="1166409" cy="3827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家装策略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9742366" y="269926"/>
              <a:ext cx="1166409" cy="382759"/>
            </a:xfrm>
            <a:prstGeom prst="rect">
              <a:avLst/>
            </a:prstGeom>
            <a:solidFill>
              <a:srgbClr val="C00000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家装执行</a:t>
              </a:r>
            </a:p>
          </p:txBody>
        </p:sp>
      </p:grp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客户维护路线图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4297941" y="1125000"/>
            <a:ext cx="6234399" cy="66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为什么石大姐一年能做</a:t>
            </a:r>
            <a:r>
              <a:rPr kumimoji="1"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万的订单</a:t>
            </a: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？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404085" y="1893744"/>
            <a:ext cx="1706938" cy="5607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坚持执着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403014" y="2441345"/>
            <a:ext cx="7414910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对工作全情投入，把店面当成自己家</a:t>
            </a:r>
            <a:endParaRPr kumimoji="1" lang="en-US" altLang="zh-CN" sz="14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坚持交朋友：拜访不因为失败而气馁，多频次拜访，即便不合作也可以成为朋友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与异业业务员合作，共享客户资源和信息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00000" y="4473834"/>
            <a:ext cx="1697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/>
              <a:t>石大姐   </a:t>
            </a:r>
            <a:r>
              <a:rPr kumimoji="1" lang="en-US" altLang="zh-CN" b="1" dirty="0"/>
              <a:t>48</a:t>
            </a:r>
            <a:r>
              <a:rPr kumimoji="1" lang="zh-CN" altLang="en-US" b="1" dirty="0"/>
              <a:t>岁</a:t>
            </a:r>
            <a:endParaRPr kumimoji="1" lang="en-US" altLang="zh-CN" b="1" dirty="0"/>
          </a:p>
          <a:p>
            <a:pPr algn="ctr"/>
            <a:endParaRPr kumimoji="1" lang="zh-CN" altLang="en-US" b="1" dirty="0"/>
          </a:p>
        </p:txBody>
      </p:sp>
      <p:sp>
        <p:nvSpPr>
          <p:cNvPr id="26" name="short-hair-woman_20153"/>
          <p:cNvSpPr/>
          <p:nvPr/>
        </p:nvSpPr>
        <p:spPr>
          <a:xfrm>
            <a:off x="891816" y="2046448"/>
            <a:ext cx="2262158" cy="2344400"/>
          </a:xfrm>
          <a:custGeom>
            <a:avLst/>
            <a:gdLst>
              <a:gd name="connsiteX0" fmla="*/ 206201 w 584281"/>
              <a:gd name="connsiteY0" fmla="*/ 400247 h 605522"/>
              <a:gd name="connsiteX1" fmla="*/ 210182 w 584281"/>
              <a:gd name="connsiteY1" fmla="*/ 402851 h 605522"/>
              <a:gd name="connsiteX2" fmla="*/ 374237 w 584281"/>
              <a:gd name="connsiteY2" fmla="*/ 402851 h 605522"/>
              <a:gd name="connsiteX3" fmla="*/ 378080 w 584281"/>
              <a:gd name="connsiteY3" fmla="*/ 400247 h 605522"/>
              <a:gd name="connsiteX4" fmla="*/ 382611 w 584281"/>
              <a:gd name="connsiteY4" fmla="*/ 401343 h 605522"/>
              <a:gd name="connsiteX5" fmla="*/ 584281 w 584281"/>
              <a:gd name="connsiteY5" fmla="*/ 594696 h 605522"/>
              <a:gd name="connsiteX6" fmla="*/ 584281 w 584281"/>
              <a:gd name="connsiteY6" fmla="*/ 605522 h 605522"/>
              <a:gd name="connsiteX7" fmla="*/ 0 w 584281"/>
              <a:gd name="connsiteY7" fmla="*/ 605522 h 605522"/>
              <a:gd name="connsiteX8" fmla="*/ 0 w 584281"/>
              <a:gd name="connsiteY8" fmla="*/ 594696 h 605522"/>
              <a:gd name="connsiteX9" fmla="*/ 201670 w 584281"/>
              <a:gd name="connsiteY9" fmla="*/ 401343 h 605522"/>
              <a:gd name="connsiteX10" fmla="*/ 131069 w 584281"/>
              <a:gd name="connsiteY10" fmla="*/ 195179 h 605522"/>
              <a:gd name="connsiteX11" fmla="*/ 131069 w 584281"/>
              <a:gd name="connsiteY11" fmla="*/ 203266 h 605522"/>
              <a:gd name="connsiteX12" fmla="*/ 201101 w 584281"/>
              <a:gd name="connsiteY12" fmla="*/ 352803 h 605522"/>
              <a:gd name="connsiteX13" fmla="*/ 210164 w 584281"/>
              <a:gd name="connsiteY13" fmla="*/ 359245 h 605522"/>
              <a:gd name="connsiteX14" fmla="*/ 374259 w 584281"/>
              <a:gd name="connsiteY14" fmla="*/ 359245 h 605522"/>
              <a:gd name="connsiteX15" fmla="*/ 382910 w 584281"/>
              <a:gd name="connsiteY15" fmla="*/ 353077 h 605522"/>
              <a:gd name="connsiteX16" fmla="*/ 383184 w 584281"/>
              <a:gd name="connsiteY16" fmla="*/ 352803 h 605522"/>
              <a:gd name="connsiteX17" fmla="*/ 429323 w 584281"/>
              <a:gd name="connsiteY17" fmla="*/ 298388 h 605522"/>
              <a:gd name="connsiteX18" fmla="*/ 448685 w 584281"/>
              <a:gd name="connsiteY18" fmla="*/ 246578 h 605522"/>
              <a:gd name="connsiteX19" fmla="*/ 451843 w 584281"/>
              <a:gd name="connsiteY19" fmla="*/ 227938 h 605522"/>
              <a:gd name="connsiteX20" fmla="*/ 453354 w 584281"/>
              <a:gd name="connsiteY20" fmla="*/ 203266 h 605522"/>
              <a:gd name="connsiteX21" fmla="*/ 452942 w 584281"/>
              <a:gd name="connsiteY21" fmla="*/ 195179 h 605522"/>
              <a:gd name="connsiteX22" fmla="*/ 292142 w 584281"/>
              <a:gd name="connsiteY22" fmla="*/ 0 h 605522"/>
              <a:gd name="connsiteX23" fmla="*/ 475187 w 584281"/>
              <a:gd name="connsiteY23" fmla="*/ 203266 h 605522"/>
              <a:gd name="connsiteX24" fmla="*/ 473539 w 584281"/>
              <a:gd name="connsiteY24" fmla="*/ 229719 h 605522"/>
              <a:gd name="connsiteX25" fmla="*/ 473539 w 584281"/>
              <a:gd name="connsiteY25" fmla="*/ 372266 h 605522"/>
              <a:gd name="connsiteX26" fmla="*/ 393346 w 584281"/>
              <a:gd name="connsiteY26" fmla="*/ 372266 h 605522"/>
              <a:gd name="connsiteX27" fmla="*/ 386343 w 584281"/>
              <a:gd name="connsiteY27" fmla="*/ 377337 h 605522"/>
              <a:gd name="connsiteX28" fmla="*/ 292142 w 584281"/>
              <a:gd name="connsiteY28" fmla="*/ 406669 h 605522"/>
              <a:gd name="connsiteX29" fmla="*/ 197942 w 584281"/>
              <a:gd name="connsiteY29" fmla="*/ 377337 h 605522"/>
              <a:gd name="connsiteX30" fmla="*/ 190939 w 584281"/>
              <a:gd name="connsiteY30" fmla="*/ 372266 h 605522"/>
              <a:gd name="connsiteX31" fmla="*/ 109235 w 584281"/>
              <a:gd name="connsiteY31" fmla="*/ 372266 h 605522"/>
              <a:gd name="connsiteX32" fmla="*/ 109235 w 584281"/>
              <a:gd name="connsiteY32" fmla="*/ 203266 h 605522"/>
              <a:gd name="connsiteX33" fmla="*/ 109235 w 584281"/>
              <a:gd name="connsiteY33" fmla="*/ 173249 h 605522"/>
              <a:gd name="connsiteX34" fmla="*/ 111158 w 584281"/>
              <a:gd name="connsiteY34" fmla="*/ 173249 h 605522"/>
              <a:gd name="connsiteX35" fmla="*/ 292142 w 584281"/>
              <a:gd name="connsiteY35" fmla="*/ 0 h 60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84281" h="605522">
                <a:moveTo>
                  <a:pt x="206201" y="400247"/>
                </a:moveTo>
                <a:lnTo>
                  <a:pt x="210182" y="402851"/>
                </a:lnTo>
                <a:cubicBezTo>
                  <a:pt x="260016" y="436287"/>
                  <a:pt x="324265" y="436287"/>
                  <a:pt x="374237" y="402851"/>
                </a:cubicBezTo>
                <a:lnTo>
                  <a:pt x="378080" y="400247"/>
                </a:lnTo>
                <a:lnTo>
                  <a:pt x="382611" y="401343"/>
                </a:lnTo>
                <a:cubicBezTo>
                  <a:pt x="503284" y="428476"/>
                  <a:pt x="584281" y="506173"/>
                  <a:pt x="584281" y="594696"/>
                </a:cubicBezTo>
                <a:lnTo>
                  <a:pt x="584281" y="605522"/>
                </a:lnTo>
                <a:lnTo>
                  <a:pt x="0" y="605522"/>
                </a:lnTo>
                <a:lnTo>
                  <a:pt x="0" y="594696"/>
                </a:lnTo>
                <a:cubicBezTo>
                  <a:pt x="0" y="506173"/>
                  <a:pt x="80997" y="428476"/>
                  <a:pt x="201670" y="401343"/>
                </a:cubicBezTo>
                <a:close/>
                <a:moveTo>
                  <a:pt x="131069" y="195179"/>
                </a:moveTo>
                <a:cubicBezTo>
                  <a:pt x="131069" y="195179"/>
                  <a:pt x="131069" y="203266"/>
                  <a:pt x="131069" y="203266"/>
                </a:cubicBezTo>
                <a:cubicBezTo>
                  <a:pt x="131069" y="263026"/>
                  <a:pt x="157296" y="318811"/>
                  <a:pt x="201101" y="352803"/>
                </a:cubicBezTo>
                <a:cubicBezTo>
                  <a:pt x="204122" y="355133"/>
                  <a:pt x="207005" y="357189"/>
                  <a:pt x="210164" y="359245"/>
                </a:cubicBezTo>
                <a:cubicBezTo>
                  <a:pt x="260010" y="392688"/>
                  <a:pt x="324275" y="392688"/>
                  <a:pt x="374259" y="359245"/>
                </a:cubicBezTo>
                <a:cubicBezTo>
                  <a:pt x="377142" y="357326"/>
                  <a:pt x="380026" y="355133"/>
                  <a:pt x="382910" y="353077"/>
                </a:cubicBezTo>
                <a:lnTo>
                  <a:pt x="383184" y="352803"/>
                </a:lnTo>
                <a:cubicBezTo>
                  <a:pt x="401997" y="338274"/>
                  <a:pt x="417651" y="319633"/>
                  <a:pt x="429323" y="298388"/>
                </a:cubicBezTo>
                <a:cubicBezTo>
                  <a:pt x="438111" y="282352"/>
                  <a:pt x="444703" y="264945"/>
                  <a:pt x="448685" y="246578"/>
                </a:cubicBezTo>
                <a:cubicBezTo>
                  <a:pt x="450058" y="240410"/>
                  <a:pt x="451019" y="234242"/>
                  <a:pt x="451843" y="227938"/>
                </a:cubicBezTo>
                <a:cubicBezTo>
                  <a:pt x="452804" y="219851"/>
                  <a:pt x="453354" y="211490"/>
                  <a:pt x="453354" y="203266"/>
                </a:cubicBezTo>
                <a:cubicBezTo>
                  <a:pt x="453354" y="200525"/>
                  <a:pt x="453079" y="197920"/>
                  <a:pt x="452942" y="195179"/>
                </a:cubicBezTo>
                <a:close/>
                <a:moveTo>
                  <a:pt x="292142" y="0"/>
                </a:moveTo>
                <a:cubicBezTo>
                  <a:pt x="393071" y="0"/>
                  <a:pt x="475187" y="91148"/>
                  <a:pt x="475187" y="203266"/>
                </a:cubicBezTo>
                <a:cubicBezTo>
                  <a:pt x="475187" y="212175"/>
                  <a:pt x="474638" y="220947"/>
                  <a:pt x="473539" y="229719"/>
                </a:cubicBezTo>
                <a:lnTo>
                  <a:pt x="473539" y="372266"/>
                </a:lnTo>
                <a:lnTo>
                  <a:pt x="393346" y="372266"/>
                </a:lnTo>
                <a:cubicBezTo>
                  <a:pt x="391011" y="374048"/>
                  <a:pt x="388814" y="375830"/>
                  <a:pt x="386343" y="377337"/>
                </a:cubicBezTo>
                <a:cubicBezTo>
                  <a:pt x="357780" y="396526"/>
                  <a:pt x="325236" y="406669"/>
                  <a:pt x="292142" y="406669"/>
                </a:cubicBezTo>
                <a:cubicBezTo>
                  <a:pt x="259049" y="406669"/>
                  <a:pt x="226505" y="396526"/>
                  <a:pt x="197942" y="377337"/>
                </a:cubicBezTo>
                <a:cubicBezTo>
                  <a:pt x="195608" y="375830"/>
                  <a:pt x="193274" y="374048"/>
                  <a:pt x="190939" y="372266"/>
                </a:cubicBezTo>
                <a:lnTo>
                  <a:pt x="109235" y="372266"/>
                </a:lnTo>
                <a:lnTo>
                  <a:pt x="109235" y="203266"/>
                </a:lnTo>
                <a:lnTo>
                  <a:pt x="109235" y="173249"/>
                </a:lnTo>
                <a:lnTo>
                  <a:pt x="111158" y="173249"/>
                </a:lnTo>
                <a:cubicBezTo>
                  <a:pt x="124340" y="73878"/>
                  <a:pt x="200551" y="0"/>
                  <a:pt x="292142" y="0"/>
                </a:cubicBezTo>
                <a:close/>
              </a:path>
            </a:pathLst>
          </a:custGeom>
          <a:solidFill>
            <a:srgbClr val="FF73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文本框 37"/>
          <p:cNvSpPr txBox="1"/>
          <p:nvPr/>
        </p:nvSpPr>
        <p:spPr>
          <a:xfrm>
            <a:off x="358848" y="4834995"/>
            <a:ext cx="3379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/>
              <a:t>成为雨虹业务员</a:t>
            </a:r>
            <a:r>
              <a:rPr kumimoji="1" lang="en-US" altLang="zh-CN" sz="1400" b="1" dirty="0"/>
              <a:t>4</a:t>
            </a:r>
            <a:r>
              <a:rPr kumimoji="1" lang="zh-CN" altLang="en-US" sz="1400" b="1" dirty="0"/>
              <a:t>年 </a:t>
            </a:r>
            <a:r>
              <a:rPr kumimoji="1" lang="en-US" altLang="zh-CN" sz="1400" b="1" dirty="0"/>
              <a:t>| </a:t>
            </a:r>
            <a:r>
              <a:rPr kumimoji="1" lang="zh-CN" altLang="en-US" sz="1400" b="1" dirty="0"/>
              <a:t>无销售经验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16211" y="5190559"/>
            <a:ext cx="2016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年业务量：</a:t>
            </a:r>
          </a:p>
        </p:txBody>
      </p:sp>
      <p:sp>
        <p:nvSpPr>
          <p:cNvPr id="41" name="矩形: 圆角 40"/>
          <p:cNvSpPr/>
          <p:nvPr/>
        </p:nvSpPr>
        <p:spPr>
          <a:xfrm>
            <a:off x="4434811" y="4107929"/>
            <a:ext cx="1706938" cy="5607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客情服务</a:t>
            </a:r>
            <a:endParaRPr kumimoji="1"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687875" y="3557472"/>
            <a:ext cx="4350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融入家装圈子，建立良好关系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4449334" y="4683929"/>
            <a:ext cx="5907522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加所有客户关键人的微信，时常拜访联系，嘘寒问暖</a:t>
            </a:r>
            <a:endParaRPr kumimoji="1"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家装圈子内的百晓，有问题都会找石大姐求助</a:t>
            </a:r>
            <a:endParaRPr kumimoji="1" lang="en-US" altLang="zh-CN" sz="1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热情热心，帮客户解决业务外的问题（招聘、跳槽）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728000" y="5733000"/>
            <a:ext cx="4350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重视客情维系，塑造良好声誉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835144" y="5067449"/>
            <a:ext cx="2123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b="1" dirty="0">
                <a:solidFill>
                  <a:srgbClr val="C00000"/>
                </a:solidFill>
              </a:rPr>
              <a:t>420</a:t>
            </a:r>
            <a:r>
              <a:rPr kumimoji="1" lang="zh-CN" altLang="en-US" sz="4000" b="1" dirty="0">
                <a:solidFill>
                  <a:srgbClr val="C00000"/>
                </a:solidFill>
              </a:rPr>
              <a:t>万</a:t>
            </a:r>
            <a:endParaRPr kumimoji="1"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案例：一位优秀的家装业务员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35980" y="1354238"/>
          <a:ext cx="10709431" cy="4409952"/>
        </p:xfrm>
        <a:graphic>
          <a:graphicData uri="http://schemas.openxmlformats.org/drawingml/2006/table">
            <a:tbl>
              <a:tblPr/>
              <a:tblGrid>
                <a:gridCol w="187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7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8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9046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</a:t>
                      </a:r>
                      <a:endParaRPr lang="en-US" altLang="zh-CN" sz="1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家装</a:t>
                      </a:r>
                      <a:endParaRPr lang="en-US" altLang="zh-CN" sz="18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</a:t>
                      </a: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</a:t>
                      </a:r>
                      <a:endParaRPr lang="en-US" altLang="zh-CN" sz="20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总数</a:t>
                      </a:r>
                      <a:endParaRPr lang="en-US" altLang="zh-CN" sz="20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</a:t>
                      </a:r>
                      <a:endParaRPr lang="en-US" altLang="zh-CN" sz="2000" b="1" i="0" u="none" strike="noStrike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月均</a:t>
                      </a:r>
                      <a:endParaRPr lang="en-US" altLang="zh-CN" sz="2000" b="1" i="0" u="none" strike="noStrike" kern="12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zh-CN" alt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订单数</a:t>
                      </a:r>
                      <a:endParaRPr lang="en-US" altLang="zh-CN" sz="2000" b="1" i="0" u="none" strike="noStrike" kern="12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月均</a:t>
                      </a:r>
                      <a:endParaRPr lang="en-US" altLang="zh-CN" sz="2000" b="1" i="0" u="none" strike="noStrike" kern="12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zh-CN" alt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订单总金额</a:t>
                      </a:r>
                      <a:endParaRPr lang="en-US" altLang="zh-CN" sz="2000" b="1" i="0" u="none" strike="noStrike" kern="12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平均</a:t>
                      </a:r>
                      <a:endParaRPr lang="en-US" altLang="zh-CN" sz="2000" b="1" i="0" u="none" strike="noStrike" kern="12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zh-CN" alt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订单金额</a:t>
                      </a:r>
                      <a:endParaRPr lang="en-US" altLang="zh-CN" sz="2000" b="1" i="0" u="none" strike="noStrike" kern="12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337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i="0" u="none" strike="noStrike" dirty="0">
                          <a:solidFill>
                            <a:srgbClr val="1D1D1F"/>
                          </a:solidFill>
                          <a:effectLst/>
                          <a:latin typeface="SourceSansPro"/>
                        </a:rPr>
                        <a:t>核心家装公司</a:t>
                      </a:r>
                      <a:endParaRPr lang="en-US" altLang="zh-CN" sz="1800" b="1" i="0" u="none" strike="noStrike" dirty="0">
                        <a:solidFill>
                          <a:srgbClr val="1D1D1F"/>
                        </a:solidFill>
                        <a:effectLst/>
                        <a:latin typeface="SourceSansPro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i="0" u="none" strike="noStrike" dirty="0">
                          <a:solidFill>
                            <a:srgbClr val="1D1D1F"/>
                          </a:solidFill>
                          <a:effectLst/>
                          <a:latin typeface="SourceSansPro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800" b="1" i="0" u="none" strike="noStrike" dirty="0">
                          <a:solidFill>
                            <a:srgbClr val="1D1D1F"/>
                          </a:solidFill>
                          <a:effectLst/>
                          <a:latin typeface="SourceSansPro"/>
                          <a:ea typeface="微软雅黑" panose="020B0503020204020204" pitchFamily="34" charset="-122"/>
                        </a:rPr>
                        <a:t>TOP10</a:t>
                      </a:r>
                      <a:r>
                        <a:rPr lang="zh-CN" altLang="en-US" sz="1800" b="1" i="0" u="none" strike="noStrike" dirty="0">
                          <a:solidFill>
                            <a:srgbClr val="1D1D1F"/>
                          </a:solidFill>
                          <a:effectLst/>
                          <a:latin typeface="SourceSansPro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核心家装公司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写出具体名称</a:t>
                      </a: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1D1D1F"/>
                          </a:solidFill>
                          <a:effectLst/>
                          <a:latin typeface="SourceSansPro"/>
                        </a:rPr>
                        <a:t>潜力</a:t>
                      </a:r>
                      <a:endParaRPr lang="en-US" altLang="zh-CN" sz="1400" b="0" i="0" u="none" strike="noStrike" dirty="0">
                        <a:solidFill>
                          <a:srgbClr val="1D1D1F"/>
                        </a:solidFill>
                        <a:effectLst/>
                        <a:latin typeface="SourceSansPro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1D1D1F"/>
                          </a:solidFill>
                          <a:effectLst/>
                          <a:latin typeface="SourceSansPro"/>
                        </a:rPr>
                        <a:t>家装公司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84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1D1D1F"/>
                          </a:solidFill>
                          <a:effectLst/>
                          <a:latin typeface="SourceSansPro"/>
                        </a:rPr>
                        <a:t>尾部</a:t>
                      </a:r>
                      <a:endParaRPr lang="en-US" altLang="zh-CN" sz="1400" b="0" i="0" u="none" strike="noStrike" dirty="0">
                        <a:solidFill>
                          <a:srgbClr val="1D1D1F"/>
                        </a:solidFill>
                        <a:effectLst/>
                        <a:latin typeface="SourceSansPro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1D1D1F"/>
                          </a:solidFill>
                          <a:effectLst/>
                          <a:latin typeface="SourceSansPro"/>
                        </a:rPr>
                        <a:t>家装公司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95" marR="8695" marT="869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35980" y="428423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家装公司业绩追踪与提升</a:t>
            </a:r>
            <a:endParaRPr kumimoji="1"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47645" y="226337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老板定方向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36555" y="3388302"/>
            <a:ext cx="2339102" cy="941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中层做策略</a:t>
            </a:r>
            <a:endParaRPr kumimoji="1"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（和老板一起）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47645" y="495698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基层做执行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467729" y="2794820"/>
            <a:ext cx="1095173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095999" y="1066484"/>
            <a:ext cx="3189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家装公司的销售目标</a:t>
            </a:r>
          </a:p>
        </p:txBody>
      </p:sp>
      <p:pic>
        <p:nvPicPr>
          <p:cNvPr id="14" name="图片 13" descr="图片包含 桌子, 游戏机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28" y="2049137"/>
            <a:ext cx="774700" cy="3505200"/>
          </a:xfrm>
          <a:prstGeom prst="rect">
            <a:avLst/>
          </a:prstGeom>
        </p:spPr>
      </p:pic>
      <p:sp>
        <p:nvSpPr>
          <p:cNvPr id="18" name="左大括号 17"/>
          <p:cNvSpPr/>
          <p:nvPr/>
        </p:nvSpPr>
        <p:spPr>
          <a:xfrm rot="5400000">
            <a:off x="7581076" y="245694"/>
            <a:ext cx="218941" cy="30478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4453789" y="2244223"/>
            <a:ext cx="3123053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家装客户结构类型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8271280" y="2244223"/>
            <a:ext cx="3123053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今年的家装客户具体策略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668064" y="2794820"/>
            <a:ext cx="2329484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4453789" y="3609784"/>
            <a:ext cx="3123053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客户攻克流程</a:t>
            </a:r>
          </a:p>
        </p:txBody>
      </p:sp>
      <p:sp>
        <p:nvSpPr>
          <p:cNvPr id="20" name="矩形: 圆角 19"/>
          <p:cNvSpPr/>
          <p:nvPr/>
        </p:nvSpPr>
        <p:spPr>
          <a:xfrm>
            <a:off x="8271280" y="3609784"/>
            <a:ext cx="3123053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重要客户攻克策略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4453789" y="4918682"/>
            <a:ext cx="3123053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新客户的拜访</a:t>
            </a:r>
            <a:r>
              <a:rPr lang="en-US" altLang="zh-CN" b="1" dirty="0">
                <a:latin typeface="+mn-ea"/>
              </a:rPr>
              <a:t>&amp;</a:t>
            </a:r>
            <a:r>
              <a:rPr lang="zh-CN" altLang="en-US" b="1" dirty="0">
                <a:latin typeface="+mn-ea"/>
              </a:rPr>
              <a:t>攻克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8271280" y="4918682"/>
            <a:ext cx="3123053" cy="499965"/>
          </a:xfrm>
          <a:prstGeom prst="roundRect">
            <a:avLst>
              <a:gd name="adj" fmla="val 2302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老客户的维护与信任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sosceles Triangle 296"/>
          <p:cNvSpPr/>
          <p:nvPr/>
        </p:nvSpPr>
        <p:spPr bwMode="auto">
          <a:xfrm>
            <a:off x="2503075" y="3712507"/>
            <a:ext cx="7185850" cy="2178199"/>
          </a:xfrm>
          <a:prstGeom prst="triangle">
            <a:avLst>
              <a:gd name="adj" fmla="val 50447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bg1">
                  <a:alpha val="30000"/>
                </a:schemeClr>
              </a:gs>
            </a:gsLst>
            <a:lin ang="6000000" scaled="1"/>
          </a:gra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91440" bIns="91440" numCol="1" rtlCol="0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 descr="b_5d09b38589407"/>
          <p:cNvPicPr>
            <a:picLocks noChangeAspect="1"/>
          </p:cNvPicPr>
          <p:nvPr/>
        </p:nvPicPr>
        <p:blipFill rotWithShape="1">
          <a:blip r:embed="rId2"/>
          <a:srcRect t="-1" b="36530"/>
          <a:stretch>
            <a:fillRect/>
          </a:stretch>
        </p:blipFill>
        <p:spPr>
          <a:xfrm>
            <a:off x="1058708" y="4351704"/>
            <a:ext cx="10074584" cy="2414856"/>
          </a:xfrm>
          <a:prstGeom prst="rect">
            <a:avLst/>
          </a:prstGeom>
        </p:spPr>
      </p:pic>
      <p:sp>
        <p:nvSpPr>
          <p:cNvPr id="23" name="任意多边形 21"/>
          <p:cNvSpPr/>
          <p:nvPr/>
        </p:nvSpPr>
        <p:spPr>
          <a:xfrm>
            <a:off x="1608900" y="3562655"/>
            <a:ext cx="8974200" cy="1025705"/>
          </a:xfrm>
          <a:custGeom>
            <a:avLst/>
            <a:gdLst>
              <a:gd name="connsiteX0" fmla="*/ 2 w 13039"/>
              <a:gd name="connsiteY0" fmla="*/ 30 h 1528"/>
              <a:gd name="connsiteX1" fmla="*/ 13039 w 13039"/>
              <a:gd name="connsiteY1" fmla="*/ 0 h 1528"/>
              <a:gd name="connsiteX2" fmla="*/ 13028 w 13039"/>
              <a:gd name="connsiteY2" fmla="*/ 679 h 1528"/>
              <a:gd name="connsiteX3" fmla="*/ 13029 w 13039"/>
              <a:gd name="connsiteY3" fmla="*/ 690 h 1528"/>
              <a:gd name="connsiteX4" fmla="*/ 13027 w 13039"/>
              <a:gd name="connsiteY4" fmla="*/ 711 h 1528"/>
              <a:gd name="connsiteX5" fmla="*/ 13020 w 13039"/>
              <a:gd name="connsiteY5" fmla="*/ 733 h 1528"/>
              <a:gd name="connsiteX6" fmla="*/ 13009 w 13039"/>
              <a:gd name="connsiteY6" fmla="*/ 755 h 1528"/>
              <a:gd name="connsiteX7" fmla="*/ 6515 w 13039"/>
              <a:gd name="connsiteY7" fmla="*/ 1528 h 1528"/>
              <a:gd name="connsiteX8" fmla="*/ 20 w 13039"/>
              <a:gd name="connsiteY8" fmla="*/ 755 h 1528"/>
              <a:gd name="connsiteX9" fmla="*/ 9 w 13039"/>
              <a:gd name="connsiteY9" fmla="*/ 733 h 1528"/>
              <a:gd name="connsiteX10" fmla="*/ 2 w 13039"/>
              <a:gd name="connsiteY10" fmla="*/ 711 h 1528"/>
              <a:gd name="connsiteX11" fmla="*/ 0 w 13039"/>
              <a:gd name="connsiteY11" fmla="*/ 690 h 1528"/>
              <a:gd name="connsiteX12" fmla="*/ 1 w 13039"/>
              <a:gd name="connsiteY12" fmla="*/ 680 h 1528"/>
              <a:gd name="connsiteX13" fmla="*/ 0 w 13039"/>
              <a:gd name="connsiteY13" fmla="*/ 680 h 1528"/>
              <a:gd name="connsiteX14" fmla="*/ 2 w 13039"/>
              <a:gd name="connsiteY14" fmla="*/ 30 h 1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039" h="1528">
                <a:moveTo>
                  <a:pt x="2" y="30"/>
                </a:moveTo>
                <a:lnTo>
                  <a:pt x="13039" y="0"/>
                </a:lnTo>
                <a:lnTo>
                  <a:pt x="13028" y="679"/>
                </a:lnTo>
                <a:lnTo>
                  <a:pt x="13029" y="690"/>
                </a:lnTo>
                <a:lnTo>
                  <a:pt x="13027" y="711"/>
                </a:lnTo>
                <a:lnTo>
                  <a:pt x="13020" y="733"/>
                </a:lnTo>
                <a:lnTo>
                  <a:pt x="13009" y="755"/>
                </a:lnTo>
                <a:cubicBezTo>
                  <a:pt x="12857" y="1195"/>
                  <a:pt x="9621" y="1539"/>
                  <a:pt x="6515" y="1528"/>
                </a:cubicBezTo>
                <a:cubicBezTo>
                  <a:pt x="3038" y="1542"/>
                  <a:pt x="172" y="1148"/>
                  <a:pt x="20" y="755"/>
                </a:cubicBezTo>
                <a:lnTo>
                  <a:pt x="9" y="733"/>
                </a:lnTo>
                <a:lnTo>
                  <a:pt x="2" y="711"/>
                </a:lnTo>
                <a:lnTo>
                  <a:pt x="0" y="690"/>
                </a:lnTo>
                <a:lnTo>
                  <a:pt x="1" y="680"/>
                </a:lnTo>
                <a:lnTo>
                  <a:pt x="0" y="680"/>
                </a:lnTo>
                <a:lnTo>
                  <a:pt x="2" y="30"/>
                </a:lnTo>
                <a:close/>
              </a:path>
            </a:pathLst>
          </a:custGeom>
          <a:gradFill>
            <a:gsLst>
              <a:gs pos="43000">
                <a:schemeClr val="accent1">
                  <a:lumMod val="40000"/>
                  <a:lumOff val="60000"/>
                </a:schemeClr>
              </a:gs>
              <a:gs pos="0">
                <a:schemeClr val="bg1">
                  <a:lumMod val="95000"/>
                </a:schemeClr>
              </a:gs>
              <a:gs pos="100000">
                <a:srgbClr val="C00000">
                  <a:alpha val="56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608900" y="2949499"/>
            <a:ext cx="8974200" cy="1211816"/>
          </a:xfrm>
          <a:prstGeom prst="ellipse">
            <a:avLst/>
          </a:prstGeom>
          <a:gradFill>
            <a:gsLst>
              <a:gs pos="0">
                <a:schemeClr val="bg1"/>
              </a:gs>
              <a:gs pos="72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 34"/>
          <p:cNvSpPr/>
          <p:nvPr/>
        </p:nvSpPr>
        <p:spPr>
          <a:xfrm>
            <a:off x="2182070" y="1551898"/>
            <a:ext cx="3812330" cy="2269805"/>
          </a:xfrm>
          <a:custGeom>
            <a:avLst/>
            <a:gdLst>
              <a:gd name="connsiteX0" fmla="*/ 0 w 1504"/>
              <a:gd name="connsiteY0" fmla="*/ 24 h 921"/>
              <a:gd name="connsiteX1" fmla="*/ 1490 w 1504"/>
              <a:gd name="connsiteY1" fmla="*/ 0 h 921"/>
              <a:gd name="connsiteX2" fmla="*/ 1504 w 1504"/>
              <a:gd name="connsiteY2" fmla="*/ 748 h 921"/>
              <a:gd name="connsiteX3" fmla="*/ 1504 w 1504"/>
              <a:gd name="connsiteY3" fmla="*/ 751 h 921"/>
              <a:gd name="connsiteX4" fmla="*/ 1504 w 1504"/>
              <a:gd name="connsiteY4" fmla="*/ 755 h 921"/>
              <a:gd name="connsiteX5" fmla="*/ 1503 w 1504"/>
              <a:gd name="connsiteY5" fmla="*/ 759 h 921"/>
              <a:gd name="connsiteX6" fmla="*/ 1502 w 1504"/>
              <a:gd name="connsiteY6" fmla="*/ 764 h 921"/>
              <a:gd name="connsiteX7" fmla="*/ 755 w 1504"/>
              <a:gd name="connsiteY7" fmla="*/ 921 h 921"/>
              <a:gd name="connsiteX8" fmla="*/ 8 w 1504"/>
              <a:gd name="connsiteY8" fmla="*/ 764 h 921"/>
              <a:gd name="connsiteX9" fmla="*/ 7 w 1504"/>
              <a:gd name="connsiteY9" fmla="*/ 759 h 921"/>
              <a:gd name="connsiteX10" fmla="*/ 6 w 1504"/>
              <a:gd name="connsiteY10" fmla="*/ 755 h 921"/>
              <a:gd name="connsiteX11" fmla="*/ 6 w 1504"/>
              <a:gd name="connsiteY11" fmla="*/ 751 h 921"/>
              <a:gd name="connsiteX12" fmla="*/ 6 w 1504"/>
              <a:gd name="connsiteY12" fmla="*/ 749 h 921"/>
              <a:gd name="connsiteX13" fmla="*/ 6 w 1504"/>
              <a:gd name="connsiteY13" fmla="*/ 749 h 921"/>
              <a:gd name="connsiteX14" fmla="*/ 0 w 1504"/>
              <a:gd name="connsiteY14" fmla="*/ 24 h 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04" h="921">
                <a:moveTo>
                  <a:pt x="0" y="24"/>
                </a:moveTo>
                <a:lnTo>
                  <a:pt x="1490" y="0"/>
                </a:lnTo>
                <a:lnTo>
                  <a:pt x="1504" y="748"/>
                </a:lnTo>
                <a:lnTo>
                  <a:pt x="1504" y="751"/>
                </a:lnTo>
                <a:lnTo>
                  <a:pt x="1504" y="755"/>
                </a:lnTo>
                <a:lnTo>
                  <a:pt x="1503" y="759"/>
                </a:lnTo>
                <a:lnTo>
                  <a:pt x="1502" y="764"/>
                </a:lnTo>
                <a:cubicBezTo>
                  <a:pt x="1484" y="853"/>
                  <a:pt x="1113" y="924"/>
                  <a:pt x="755" y="921"/>
                </a:cubicBezTo>
                <a:cubicBezTo>
                  <a:pt x="355" y="924"/>
                  <a:pt x="26" y="843"/>
                  <a:pt x="8" y="764"/>
                </a:cubicBezTo>
                <a:lnTo>
                  <a:pt x="7" y="759"/>
                </a:lnTo>
                <a:lnTo>
                  <a:pt x="6" y="755"/>
                </a:lnTo>
                <a:lnTo>
                  <a:pt x="6" y="751"/>
                </a:lnTo>
                <a:lnTo>
                  <a:pt x="6" y="749"/>
                </a:lnTo>
                <a:lnTo>
                  <a:pt x="6" y="749"/>
                </a:lnTo>
                <a:lnTo>
                  <a:pt x="0" y="24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任意多边形 34"/>
          <p:cNvSpPr/>
          <p:nvPr/>
        </p:nvSpPr>
        <p:spPr>
          <a:xfrm>
            <a:off x="7348612" y="1551898"/>
            <a:ext cx="2753715" cy="2269805"/>
          </a:xfrm>
          <a:custGeom>
            <a:avLst/>
            <a:gdLst>
              <a:gd name="connsiteX0" fmla="*/ 0 w 1504"/>
              <a:gd name="connsiteY0" fmla="*/ 24 h 921"/>
              <a:gd name="connsiteX1" fmla="*/ 1490 w 1504"/>
              <a:gd name="connsiteY1" fmla="*/ 0 h 921"/>
              <a:gd name="connsiteX2" fmla="*/ 1504 w 1504"/>
              <a:gd name="connsiteY2" fmla="*/ 748 h 921"/>
              <a:gd name="connsiteX3" fmla="*/ 1504 w 1504"/>
              <a:gd name="connsiteY3" fmla="*/ 751 h 921"/>
              <a:gd name="connsiteX4" fmla="*/ 1504 w 1504"/>
              <a:gd name="connsiteY4" fmla="*/ 755 h 921"/>
              <a:gd name="connsiteX5" fmla="*/ 1503 w 1504"/>
              <a:gd name="connsiteY5" fmla="*/ 759 h 921"/>
              <a:gd name="connsiteX6" fmla="*/ 1502 w 1504"/>
              <a:gd name="connsiteY6" fmla="*/ 764 h 921"/>
              <a:gd name="connsiteX7" fmla="*/ 755 w 1504"/>
              <a:gd name="connsiteY7" fmla="*/ 921 h 921"/>
              <a:gd name="connsiteX8" fmla="*/ 8 w 1504"/>
              <a:gd name="connsiteY8" fmla="*/ 764 h 921"/>
              <a:gd name="connsiteX9" fmla="*/ 7 w 1504"/>
              <a:gd name="connsiteY9" fmla="*/ 759 h 921"/>
              <a:gd name="connsiteX10" fmla="*/ 6 w 1504"/>
              <a:gd name="connsiteY10" fmla="*/ 755 h 921"/>
              <a:gd name="connsiteX11" fmla="*/ 6 w 1504"/>
              <a:gd name="connsiteY11" fmla="*/ 751 h 921"/>
              <a:gd name="connsiteX12" fmla="*/ 6 w 1504"/>
              <a:gd name="connsiteY12" fmla="*/ 749 h 921"/>
              <a:gd name="connsiteX13" fmla="*/ 6 w 1504"/>
              <a:gd name="connsiteY13" fmla="*/ 749 h 921"/>
              <a:gd name="connsiteX14" fmla="*/ 0 w 1504"/>
              <a:gd name="connsiteY14" fmla="*/ 24 h 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04" h="921">
                <a:moveTo>
                  <a:pt x="0" y="24"/>
                </a:moveTo>
                <a:lnTo>
                  <a:pt x="1490" y="0"/>
                </a:lnTo>
                <a:lnTo>
                  <a:pt x="1504" y="748"/>
                </a:lnTo>
                <a:lnTo>
                  <a:pt x="1504" y="751"/>
                </a:lnTo>
                <a:lnTo>
                  <a:pt x="1504" y="755"/>
                </a:lnTo>
                <a:lnTo>
                  <a:pt x="1503" y="759"/>
                </a:lnTo>
                <a:lnTo>
                  <a:pt x="1502" y="764"/>
                </a:lnTo>
                <a:cubicBezTo>
                  <a:pt x="1484" y="853"/>
                  <a:pt x="1113" y="924"/>
                  <a:pt x="755" y="921"/>
                </a:cubicBezTo>
                <a:cubicBezTo>
                  <a:pt x="355" y="924"/>
                  <a:pt x="26" y="843"/>
                  <a:pt x="8" y="764"/>
                </a:cubicBezTo>
                <a:lnTo>
                  <a:pt x="7" y="759"/>
                </a:lnTo>
                <a:lnTo>
                  <a:pt x="6" y="755"/>
                </a:lnTo>
                <a:lnTo>
                  <a:pt x="6" y="751"/>
                </a:lnTo>
                <a:lnTo>
                  <a:pt x="6" y="749"/>
                </a:lnTo>
                <a:lnTo>
                  <a:pt x="6" y="749"/>
                </a:lnTo>
                <a:lnTo>
                  <a:pt x="0" y="24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543263" y="2032319"/>
            <a:ext cx="1210589" cy="499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客户画像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103005" y="1066885"/>
            <a:ext cx="1948686" cy="52322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bg1"/>
                </a:solidFill>
              </a:rPr>
              <a:t>策略层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740239" y="1066885"/>
            <a:ext cx="1948686" cy="52322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bg1"/>
                </a:solidFill>
              </a:rPr>
              <a:t>执行层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2543263" y="2840875"/>
            <a:ext cx="1210588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客户结构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825223" y="230306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客户攻克路线图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825223" y="295863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客户维护路线图</a:t>
            </a:r>
          </a:p>
        </p:txBody>
      </p:sp>
      <p:sp>
        <p:nvSpPr>
          <p:cNvPr id="44" name="右大括号 43"/>
          <p:cNvSpPr/>
          <p:nvPr/>
        </p:nvSpPr>
        <p:spPr>
          <a:xfrm>
            <a:off x="3765027" y="2138244"/>
            <a:ext cx="193183" cy="12221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5618948" y="4095660"/>
            <a:ext cx="954107" cy="499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客户池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224289" y="5569766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家装圈营销，陌生拜访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93730" y="4764133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源源不断的客户源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6991530" y="2563304"/>
            <a:ext cx="539637" cy="435316"/>
            <a:chOff x="2895331" y="2537408"/>
            <a:chExt cx="481131" cy="478010"/>
          </a:xfrm>
        </p:grpSpPr>
        <p:sp>
          <p:nvSpPr>
            <p:cNvPr id="19" name="箭头: V 形 8"/>
            <p:cNvSpPr/>
            <p:nvPr/>
          </p:nvSpPr>
          <p:spPr>
            <a:xfrm>
              <a:off x="2895331" y="2537408"/>
              <a:ext cx="293004" cy="478010"/>
            </a:xfrm>
            <a:prstGeom prst="chevron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0" name="箭头: V 形 79"/>
            <p:cNvSpPr/>
            <p:nvPr/>
          </p:nvSpPr>
          <p:spPr>
            <a:xfrm>
              <a:off x="3083458" y="2537408"/>
              <a:ext cx="293004" cy="478010"/>
            </a:xfrm>
            <a:prstGeom prst="chevron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3" name="图片 2" descr="图片包含 桌子, 游戏机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587"/>
          <a:stretch>
            <a:fillRect/>
          </a:stretch>
        </p:blipFill>
        <p:spPr>
          <a:xfrm>
            <a:off x="1311885" y="2095808"/>
            <a:ext cx="798420" cy="91806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28620" y="298283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C00000"/>
                </a:solidFill>
              </a:rPr>
              <a:t>老板定方向</a:t>
            </a:r>
          </a:p>
        </p:txBody>
      </p:sp>
      <p:pic>
        <p:nvPicPr>
          <p:cNvPr id="6" name="图片 5" descr="图片包含 桌子, 游戏机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587"/>
          <a:stretch>
            <a:fillRect/>
          </a:stretch>
        </p:blipFill>
        <p:spPr>
          <a:xfrm>
            <a:off x="5799316" y="2243661"/>
            <a:ext cx="434514" cy="499625"/>
          </a:xfrm>
          <a:prstGeom prst="rect">
            <a:avLst/>
          </a:prstGeom>
        </p:spPr>
      </p:pic>
      <p:pic>
        <p:nvPicPr>
          <p:cNvPr id="8" name="图片 7" descr="图片包含 桌子, 游戏机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13" r="92" b="-1004"/>
          <a:stretch>
            <a:fillRect/>
          </a:stretch>
        </p:blipFill>
        <p:spPr>
          <a:xfrm>
            <a:off x="10194617" y="2007040"/>
            <a:ext cx="941483" cy="9504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060064" y="298283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600"/>
            </a:lvl1pPr>
          </a:lstStyle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员工做执行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44864" y="2800732"/>
            <a:ext cx="1210588" cy="702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600" b="1"/>
            </a:lvl1pPr>
          </a:lstStyle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老板和中层</a:t>
            </a:r>
            <a:endParaRPr lang="en-US" altLang="zh-CN" dirty="0">
              <a:solidFill>
                <a:srgbClr val="C0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共同定策略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6782" y1="9195" x2="63218" y2="14943"/>
                        <a14:foregroundMark x1="36782" y1="24138" x2="33333" y2="66667"/>
                        <a14:foregroundMark x1="21839" y1="60920" x2="21839" y2="60920"/>
                        <a14:foregroundMark x1="17241" y1="62069" x2="17241" y2="81609"/>
                        <a14:foregroundMark x1="25287" y1="83908" x2="87356" y2="86207"/>
                        <a14:foregroundMark x1="16092" y1="57471" x2="45977" y2="59770"/>
                        <a14:foregroundMark x1="35632" y1="19540" x2="36782" y2="36782"/>
                        <a14:foregroundMark x1="42529" y1="10345" x2="68966" y2="63218"/>
                        <a14:foregroundMark x1="72414" y1="65517" x2="78161" y2="6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50228" y="2204439"/>
            <a:ext cx="474322" cy="474322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195391" y="2095808"/>
            <a:ext cx="1210588" cy="4995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客户策略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900439" y="2669710"/>
            <a:ext cx="1800493" cy="70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/>
              <a:t>核心客户：一客一策</a:t>
            </a:r>
            <a:endParaRPr kumimoji="1" lang="en-US" altLang="zh-CN" sz="1400" dirty="0"/>
          </a:p>
          <a:p>
            <a:pPr algn="ctr">
              <a:lnSpc>
                <a:spcPct val="150000"/>
              </a:lnSpc>
            </a:pPr>
            <a:r>
              <a:rPr kumimoji="1" lang="zh-CN" altLang="en-US" sz="1400" dirty="0"/>
              <a:t>非核心客户：定标准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22117" y="490488"/>
            <a:ext cx="3547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汇报作业 </a:t>
            </a:r>
            <a:r>
              <a:rPr kumimoji="1" lang="en-US" altLang="zh-CN" b="1" dirty="0"/>
              <a:t>——</a:t>
            </a:r>
            <a:r>
              <a:rPr kumimoji="1" lang="zh-CN" altLang="en-US" b="1" dirty="0"/>
              <a:t> 家装渠道关键战役</a:t>
            </a:r>
          </a:p>
        </p:txBody>
      </p:sp>
      <p:pic>
        <p:nvPicPr>
          <p:cNvPr id="5" name="图片 4" descr="日历&#10;&#10;中度可信度描述已自动生成">
            <a:extLst>
              <a:ext uri="{FF2B5EF4-FFF2-40B4-BE49-F238E27FC236}">
                <a16:creationId xmlns:a16="http://schemas.microsoft.com/office/drawing/2014/main" id="{8B50C6B1-BE9C-0567-A15D-05E82B865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281" y="957941"/>
            <a:ext cx="9193437" cy="55517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42029;"/>
</p:tagLst>
</file>

<file path=ppt/theme/theme1.xml><?xml version="1.0" encoding="utf-8"?>
<a:theme xmlns:a="http://schemas.openxmlformats.org/drawingml/2006/main" name="1_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全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5875">
          <a:solidFill>
            <a:srgbClr val="C00000"/>
          </a:solidFill>
          <a:prstDash val="soli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稻壳儿-黑体常规4">
      <a:majorFont>
        <a:latin typeface="Montserrat ExtraBold"/>
        <a:ea typeface="MiSans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5875">
          <a:solidFill>
            <a:srgbClr val="C00000"/>
          </a:solidFill>
          <a:prstDash val="soli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1348</Words>
  <Application>Microsoft Macintosh PowerPoint</Application>
  <PresentationFormat>宽屏</PresentationFormat>
  <Paragraphs>306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宋体</vt:lpstr>
      <vt:lpstr>微软雅黑</vt:lpstr>
      <vt:lpstr>SourceSansPro</vt:lpstr>
      <vt:lpstr>Arial</vt:lpstr>
      <vt:lpstr>Calibri</vt:lpstr>
      <vt:lpstr>Montserrat</vt:lpstr>
      <vt:lpstr>Montserrat ExtraBold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家装公司攻克整图</vt:lpstr>
      <vt:lpstr>客户画像</vt:lpstr>
      <vt:lpstr>客户结构</vt:lpstr>
      <vt:lpstr>客户梳理——选择可以合作的客户</vt:lpstr>
      <vt:lpstr>整体策略</vt:lpstr>
      <vt:lpstr>家装客户攻克作战图</vt:lpstr>
      <vt:lpstr>家装客户攻克作战图</vt:lpstr>
      <vt:lpstr>客户维护路线图</vt:lpstr>
      <vt:lpstr>案例：一位优秀的家装业务员</vt:lpstr>
      <vt:lpstr>PowerPoint 演示文稿</vt:lpstr>
      <vt:lpstr>总结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苏 江</cp:lastModifiedBy>
  <cp:revision>2226</cp:revision>
  <dcterms:created xsi:type="dcterms:W3CDTF">2024-02-28T06:04:00Z</dcterms:created>
  <dcterms:modified xsi:type="dcterms:W3CDTF">2026-04-03T09:44:39Z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DD93CABCA16E4C12AA0B092067285B11_12</vt:lpwstr>
  </property>
</Properties>
</file>