
<file path=[Content_Types].xml><?xml version="1.0" encoding="utf-8"?>
<Types xmlns="http://schemas.openxmlformats.org/package/2006/content-types">
  <Default Extension="emf" ContentType="image/x-emf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3"/>
  </p:notesMasterIdLst>
  <p:handoutMasterIdLst>
    <p:handoutMasterId r:id="rId4"/>
  </p:handoutMasterIdLst>
  <p:sldIdLst>
    <p:sldId id="13830" r:id="rId2"/>
  </p:sldIdLst>
  <p:sldSz cx="12192000" cy="6858000"/>
  <p:notesSz cx="7104063" cy="10234613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FF3DB"/>
    <a:srgbClr val="808080"/>
    <a:srgbClr val="FFCBBD"/>
    <a:srgbClr val="A0A0A0"/>
    <a:srgbClr val="EFBFBF"/>
    <a:srgbClr val="D75655"/>
    <a:srgbClr val="FAEAEA"/>
    <a:srgbClr val="E4392A"/>
    <a:srgbClr val="FFA7AF"/>
    <a:srgbClr val="ED949B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度样式 2 - 强调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073A0DAA-6AF3-43AB-8588-CEC1D06C72B9}" styleName="中度样式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  <a:tblStyle styleId="{93296810-A885-4BE3-A3E7-6D5BEEA58F35}" styleName="中度样式 2 - 强调 6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6">
              <a:tint val="20000"/>
            </a:schemeClr>
          </a:solidFill>
        </a:fill>
      </a:tcStyle>
    </a:wholeTbl>
    <a:band1H>
      <a:tcStyle>
        <a:tcBdr/>
        <a:fill>
          <a:solidFill>
            <a:schemeClr val="accent6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6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6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6"/>
          </a:solidFill>
        </a:fill>
      </a:tcStyle>
    </a:firstRow>
  </a:tblStyle>
  <a:tblStyle styleId="{7DF18680-E054-41AD-8BC1-D1AEF772440D}" styleName="中度样式 2 - 强调 5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5">
              <a:tint val="20000"/>
            </a:schemeClr>
          </a:solidFill>
        </a:fill>
      </a:tcStyle>
    </a:wholeTbl>
    <a:band1H>
      <a:tcStyle>
        <a:tcBdr/>
        <a:fill>
          <a:solidFill>
            <a:schemeClr val="accent5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5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5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5"/>
          </a:solidFill>
        </a:fill>
      </a:tcStyle>
    </a:firstRow>
  </a:tblStyle>
  <a:tblStyle styleId="{00A15C55-8517-42AA-B614-E9B94910E393}" styleName="中度样式 2 - 强调 4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4">
              <a:tint val="20000"/>
            </a:schemeClr>
          </a:solidFill>
        </a:fill>
      </a:tcStyle>
    </a:wholeTbl>
    <a:band1H>
      <a:tcStyle>
        <a:tcBdr/>
        <a:fill>
          <a:solidFill>
            <a:schemeClr val="accent4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4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4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4"/>
          </a:solidFill>
        </a:fill>
      </a:tcStyle>
    </a:firstRow>
  </a:tblStyle>
  <a:tblStyle styleId="{2D5ABB26-0587-4C30-8999-92F81FD0307C}" styleName="无样式，无网格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9342" autoAdjust="0"/>
    <p:restoredTop sz="86531"/>
  </p:normalViewPr>
  <p:slideViewPr>
    <p:cSldViewPr snapToGrid="0" showGuides="1">
      <p:cViewPr varScale="1">
        <p:scale>
          <a:sx n="110" d="100"/>
          <a:sy n="110" d="100"/>
        </p:scale>
        <p:origin x="1576" y="176"/>
      </p:cViewPr>
      <p:guideLst/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40" d="100"/>
        <a:sy n="140" d="100"/>
      </p:scale>
      <p:origin x="0" y="0"/>
    </p:cViewPr>
  </p:notesTextViewPr>
  <p:sorterViewPr>
    <p:cViewPr>
      <p:scale>
        <a:sx n="160" d="100"/>
        <a:sy n="160" d="100"/>
      </p:scale>
      <p:origin x="0" y="-16456"/>
    </p:cViewPr>
  </p:sorterViewPr>
  <p:gridSpacing cx="72000" cy="720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ableStyles" Target="tableStyles.xml"/><Relationship Id="rId3" Type="http://schemas.openxmlformats.org/officeDocument/2006/relationships/notesMaster" Target="notesMasters/notesMaster1.xml"/><Relationship Id="rId7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viewProps" Target="viewProps.xml"/><Relationship Id="rId5" Type="http://schemas.openxmlformats.org/officeDocument/2006/relationships/presProps" Target="presProps.xml"/><Relationship Id="rId4" Type="http://schemas.openxmlformats.org/officeDocument/2006/relationships/handoutMaster" Target="handoutMasters/handoutMaster1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078290" cy="513492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45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quarter" idx="1"/>
          </p:nvPr>
        </p:nvSpPr>
        <p:spPr>
          <a:xfrm>
            <a:off x="4023812" y="0"/>
            <a:ext cx="3078290" cy="513492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45"/>
            </a:lvl1pPr>
          </a:lstStyle>
          <a:p>
            <a:fld id="{0F9B84EA-7D68-4D60-9CB1-D50884785D1C}" type="datetimeFigureOut">
              <a:rPr lang="zh-CN" altLang="en-US" smtClean="0"/>
              <a:t>2025/12/15</a:t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2"/>
          </p:nvPr>
        </p:nvSpPr>
        <p:spPr>
          <a:xfrm>
            <a:off x="0" y="9720804"/>
            <a:ext cx="3078290" cy="513491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45"/>
            </a:lvl1pPr>
          </a:lstStyle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3"/>
          </p:nvPr>
        </p:nvSpPr>
        <p:spPr>
          <a:xfrm>
            <a:off x="4023812" y="9720804"/>
            <a:ext cx="3078290" cy="513491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45"/>
            </a:lvl1pPr>
          </a:lstStyle>
          <a:p>
            <a:fld id="{8D4E0FC9-F1F8-4FAE-9988-3BA365CFD46F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311355884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078163" cy="512763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4024313" y="0"/>
            <a:ext cx="3078162" cy="512763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6C8D182-E4C8-4120-9249-FC9774456FFA}" type="datetimeFigureOut">
              <a:rPr lang="zh-CN" altLang="en-US" smtClean="0"/>
              <a:t>2025/12/15</a:t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482600" y="1279525"/>
            <a:ext cx="6140450" cy="34544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711200" y="4926013"/>
            <a:ext cx="5683250" cy="4029075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9721850"/>
            <a:ext cx="3078163" cy="51276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4024313" y="9721850"/>
            <a:ext cx="3078162" cy="51276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5D0DACE-38E0-42D2-9336-2B707D34BC6D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51978210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422275" y="1241425"/>
            <a:ext cx="5953125" cy="3349625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6837353-30EB-4A48-80EB-173D804AEFBD}" type="slidenum">
              <a:rPr lang="zh-CN" altLang="en-US" smtClean="0"/>
              <a:t>1</a:t>
            </a:fld>
            <a:endParaRPr lang="zh-CN" alt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emf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jpe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4.png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emf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jpe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2.jpe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emf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图片 3"/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0" y="-310572"/>
            <a:ext cx="12288982" cy="7168572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自定义版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图片 2"/>
          <p:cNvPicPr>
            <a:picLocks noChangeAspect="1"/>
          </p:cNvPicPr>
          <p:nvPr userDrawn="1"/>
        </p:nvPicPr>
        <p:blipFill>
          <a:blip r:embed="rId2">
            <a:alphaModFix amt="50000"/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13" name="图片 12"/>
          <p:cNvPicPr>
            <a:picLocks noChangeAspect="1"/>
          </p:cNvPicPr>
          <p:nvPr userDrawn="1"/>
        </p:nvPicPr>
        <p:blipFill>
          <a:blip r:embed="rId3" cstate="print"/>
          <a:stretch>
            <a:fillRect/>
          </a:stretch>
        </p:blipFill>
        <p:spPr>
          <a:xfrm>
            <a:off x="0" y="5393977"/>
            <a:ext cx="12192000" cy="905907"/>
          </a:xfrm>
          <a:prstGeom prst="rect">
            <a:avLst/>
          </a:prstGeom>
        </p:spPr>
      </p:pic>
      <p:pic>
        <p:nvPicPr>
          <p:cNvPr id="2" name="图片 1" descr="企业微信截图_ec44598d-13a2-44fb-8073-73b70684fbb2">
            <a:extLst>
              <a:ext uri="{FF2B5EF4-FFF2-40B4-BE49-F238E27FC236}">
                <a16:creationId xmlns:a16="http://schemas.microsoft.com/office/drawing/2014/main" id="{E0D2153E-C04E-6F0E-DB67-10402AC7DD38}"/>
              </a:ext>
            </a:extLst>
          </p:cNvPr>
          <p:cNvPicPr>
            <a:picLocks noChangeAspect="1"/>
          </p:cNvPicPr>
          <p:nvPr userDrawn="1"/>
        </p:nvPicPr>
        <p:blipFill>
          <a:blip r:embed="rId4"/>
          <a:stretch>
            <a:fillRect/>
          </a:stretch>
        </p:blipFill>
        <p:spPr>
          <a:xfrm>
            <a:off x="616956" y="478683"/>
            <a:ext cx="1440160" cy="1019027"/>
          </a:xfrm>
          <a:prstGeom prst="rect">
            <a:avLst/>
          </a:prstGeom>
        </p:spPr>
      </p:pic>
    </p:spTree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3840" userDrawn="1">
          <p15:clr>
            <a:srgbClr val="FBAE40"/>
          </p15:clr>
        </p15:guide>
      </p15:sldGuideLst>
    </p:ext>
  </p:extLs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图片 2"/>
          <p:cNvPicPr>
            <a:picLocks noChangeAspect="1"/>
          </p:cNvPicPr>
          <p:nvPr userDrawn="1"/>
        </p:nvPicPr>
        <p:blipFill>
          <a:blip r:embed="rId2">
            <a:alphaModFix amt="50000"/>
          </a:blip>
          <a:stretch>
            <a:fillRect/>
          </a:stretch>
        </p:blipFill>
        <p:spPr>
          <a:xfrm>
            <a:off x="152400" y="4694555"/>
            <a:ext cx="11887200" cy="198120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图片 5"/>
          <p:cNvPicPr>
            <a:picLocks noChangeAspect="1"/>
          </p:cNvPicPr>
          <p:nvPr userDrawn="1"/>
        </p:nvPicPr>
        <p:blipFill>
          <a:blip r:embed="rId2" cstate="print"/>
          <a:stretch>
            <a:fillRect/>
          </a:stretch>
        </p:blipFill>
        <p:spPr>
          <a:xfrm>
            <a:off x="-144396" y="-67941"/>
            <a:ext cx="12480792" cy="6993881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图片 7"/>
          <p:cNvPicPr>
            <a:picLocks noChangeAspect="1"/>
          </p:cNvPicPr>
          <p:nvPr userDrawn="1"/>
        </p:nvPicPr>
        <p:blipFill>
          <a:blip r:embed="rId2">
            <a:alphaModFix amt="25000"/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2" name="图片 1" descr="企业微信截图_ec44598d-13a2-44fb-8073-73b70684fbb2">
            <a:extLst>
              <a:ext uri="{FF2B5EF4-FFF2-40B4-BE49-F238E27FC236}">
                <a16:creationId xmlns:a16="http://schemas.microsoft.com/office/drawing/2014/main" id="{81DEF11C-785E-5D97-C56E-155049365F67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10762593" y="268476"/>
            <a:ext cx="1153226" cy="815999"/>
          </a:xfrm>
          <a:prstGeom prst="rect">
            <a:avLst/>
          </a:prstGeom>
        </p:spPr>
      </p:pic>
    </p:spTree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3840" userDrawn="1">
          <p15:clr>
            <a:srgbClr val="FBAE40"/>
          </p15:clr>
        </p15:guide>
      </p15:sldGuideLst>
    </p:ext>
  </p:extLs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自定义版式">
    <p:bg>
      <p:bgPr>
        <a:solidFill>
          <a:srgbClr val="CE142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文本框 7"/>
          <p:cNvSpPr txBox="1"/>
          <p:nvPr userDrawn="1"/>
        </p:nvSpPr>
        <p:spPr>
          <a:xfrm>
            <a:off x="2816860" y="1971505"/>
            <a:ext cx="6306820" cy="1863725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>
            <a:defPPr>
              <a:defRPr lang="zh-CN"/>
            </a:defPPr>
            <a:lvl1pPr>
              <a:defRPr sz="1400">
                <a:solidFill>
                  <a:srgbClr val="DDBC6C"/>
                </a:solidFill>
                <a:latin typeface="+mj-lt"/>
                <a:ea typeface="+mj-ea"/>
              </a:defRPr>
            </a:lvl1pPr>
          </a:lstStyle>
          <a:p>
            <a:pPr algn="dist">
              <a:lnSpc>
                <a:spcPct val="120000"/>
              </a:lnSpc>
            </a:pPr>
            <a:r>
              <a:rPr lang="zh-CN" altLang="en-US" sz="4800" b="1" dirty="0">
                <a:solidFill>
                  <a:schemeClr val="bg1">
                    <a:lumMod val="95000"/>
                  </a:schemeClr>
                </a:solidFill>
                <a:latin typeface="Microsoft YaHei Semibold" panose="020B0502040204020203" charset="-122"/>
                <a:ea typeface="Microsoft YaHei Semibold" panose="020B0502040204020203" charset="-122"/>
                <a:cs typeface="黑体" charset="-122"/>
              </a:rPr>
              <a:t>积极阳光正能量</a:t>
            </a:r>
          </a:p>
          <a:p>
            <a:pPr algn="dist">
              <a:lnSpc>
                <a:spcPct val="120000"/>
              </a:lnSpc>
            </a:pPr>
            <a:r>
              <a:rPr lang="zh-CN" altLang="en-US" sz="4800" b="1" dirty="0">
                <a:solidFill>
                  <a:schemeClr val="bg1">
                    <a:lumMod val="95000"/>
                  </a:schemeClr>
                </a:solidFill>
                <a:latin typeface="Microsoft YaHei Semibold" panose="020B0502040204020203" charset="-122"/>
                <a:ea typeface="Microsoft YaHei Semibold" panose="020B0502040204020203" charset="-122"/>
                <a:cs typeface="黑体" charset="-122"/>
              </a:rPr>
              <a:t>说到做到打胜仗</a:t>
            </a:r>
          </a:p>
        </p:txBody>
      </p:sp>
      <p:pic>
        <p:nvPicPr>
          <p:cNvPr id="9" name="图片 8"/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407703" y="309681"/>
            <a:ext cx="947400" cy="725668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obj">
  <p:cSld name="1_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</p:spPr>
        <p:txBody>
          <a:bodyPr/>
          <a:lstStyle/>
          <a:p>
            <a:fld id="{ED3F919A-D89E-48C3-910F-44FE0109C571}" type="datetimeFigureOut">
              <a:rPr lang="zh-CN" altLang="en-US" smtClean="0"/>
              <a:t>2025/12/15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</p:spPr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</p:spPr>
        <p:txBody>
          <a:bodyPr/>
          <a:lstStyle/>
          <a:p>
            <a:fld id="{2000E9FE-C5ED-4C33-BF7A-DBFE17851038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19979943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>
  <p:cSld name="2_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91025328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Blank-OfficePLU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81045405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10" Type="http://schemas.openxmlformats.org/officeDocument/2006/relationships/theme" Target="../theme/theme1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 dirty="0"/>
              <a:t>单击此处编辑母版文本样式</a:t>
            </a:r>
          </a:p>
          <a:p>
            <a:pPr lvl="1"/>
            <a:r>
              <a:rPr lang="zh-CN" altLang="en-US" dirty="0"/>
              <a:t>二级</a:t>
            </a:r>
          </a:p>
          <a:p>
            <a:pPr lvl="2"/>
            <a:r>
              <a:rPr lang="zh-CN" altLang="en-US" dirty="0"/>
              <a:t>三级</a:t>
            </a:r>
          </a:p>
          <a:p>
            <a:pPr lvl="3"/>
            <a:r>
              <a:rPr lang="zh-CN" altLang="en-US" dirty="0"/>
              <a:t>四级</a:t>
            </a:r>
          </a:p>
          <a:p>
            <a:pPr lvl="4"/>
            <a:r>
              <a:rPr lang="zh-CN" altLang="en-US" dirty="0"/>
              <a:t>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  <a:cs typeface="黑体" charset="-122"/>
              </a:defRPr>
            </a:lvl1pPr>
          </a:lstStyle>
          <a:p>
            <a:fld id="{297C79FE-DCC0-4620-A566-16CA7A0CE41F}" type="datetimeFigureOut">
              <a:rPr lang="zh-CN" altLang="en-US" smtClean="0"/>
              <a:t>2025/12/15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  <a:cs typeface="黑体" charset="-122"/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  <a:cs typeface="黑体" charset="-122"/>
              </a:defRPr>
            </a:lvl1pPr>
          </a:lstStyle>
          <a:p>
            <a:fld id="{515A922F-1294-4387-9CB3-FCC8465D972A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5" r:id="rId6"/>
    <p:sldLayoutId id="2147483662" r:id="rId7"/>
    <p:sldLayoutId id="2147483665" r:id="rId8"/>
    <p:sldLayoutId id="2147483666" r:id="rId9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黑体" charset="-122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黑体" charset="-122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黑体" charset="-122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黑体" charset="-122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黑体" charset="-122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黑体" charset="-122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theme/theme1.xml><?xml version="1.0" encoding="utf-8"?>
<a:theme xmlns:a="http://schemas.openxmlformats.org/drawingml/2006/main" name="1_Office 主题​​">
  <a:themeElements>
    <a:clrScheme name="红橙色">
      <a:dk1>
        <a:sysClr val="windowText" lastClr="000000"/>
      </a:dk1>
      <a:lt1>
        <a:sysClr val="window" lastClr="FFFFFF"/>
      </a:lt1>
      <a:dk2>
        <a:srgbClr val="505046"/>
      </a:dk2>
      <a:lt2>
        <a:srgbClr val="EEECE1"/>
      </a:lt2>
      <a:accent1>
        <a:srgbClr val="E84C22"/>
      </a:accent1>
      <a:accent2>
        <a:srgbClr val="FFBD47"/>
      </a:accent2>
      <a:accent3>
        <a:srgbClr val="B64926"/>
      </a:accent3>
      <a:accent4>
        <a:srgbClr val="FF8427"/>
      </a:accent4>
      <a:accent5>
        <a:srgbClr val="CC9900"/>
      </a:accent5>
      <a:accent6>
        <a:srgbClr val="B22600"/>
      </a:accent6>
      <a:hlink>
        <a:srgbClr val="CC9900"/>
      </a:hlink>
      <a:folHlink>
        <a:srgbClr val="666699"/>
      </a:folHlink>
    </a:clrScheme>
    <a:fontScheme name="全微软雅黑">
      <a:majorFont>
        <a:latin typeface="微软雅黑"/>
        <a:ea typeface="微软雅黑"/>
        <a:cs typeface=""/>
      </a:majorFont>
      <a:minorFont>
        <a:latin typeface="微软雅黑"/>
        <a:ea typeface="微软雅黑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solidFill>
          <a:schemeClr val="bg1"/>
        </a:solidFill>
        <a:ln w="15875">
          <a:solidFill>
            <a:srgbClr val="C00000"/>
          </a:solidFill>
          <a:prstDash val="solid"/>
        </a:ln>
      </a:spPr>
      <a:bodyPr rtlCol="0" anchor="ctr"/>
      <a:lstStyle>
        <a:defPPr algn="ctr">
          <a:defRPr kumimoji="1" dirty="0"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</a:objectDefaults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宋体"/>
        <a:ea typeface=""/>
        <a:cs typeface=""/>
        <a:font script="Jpan" typeface="游ゴシック Light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宋体"/>
        <a:ea typeface=""/>
        <a:cs typeface=""/>
        <a:font script="Jpan" typeface="游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41512</TotalTime>
  <Words>1</Words>
  <Application>Microsoft Macintosh PowerPoint</Application>
  <PresentationFormat>宽屏</PresentationFormat>
  <Paragraphs>1</Paragraphs>
  <Slides>1</Slides>
  <Notes>1</Notes>
  <HiddenSlides>0</HiddenSlides>
  <MMClips>0</MMClips>
  <ScaleCrop>false</ScaleCrop>
  <HeadingPairs>
    <vt:vector size="6" baseType="variant">
      <vt:variant>
        <vt:lpstr>已用的字体</vt:lpstr>
      </vt:variant>
      <vt:variant>
        <vt:i4>5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</vt:i4>
      </vt:variant>
    </vt:vector>
  </HeadingPairs>
  <TitlesOfParts>
    <vt:vector size="7" baseType="lpstr">
      <vt:lpstr>宋体</vt:lpstr>
      <vt:lpstr>微软雅黑</vt:lpstr>
      <vt:lpstr>Microsoft YaHei Semibold</vt:lpstr>
      <vt:lpstr>Arial</vt:lpstr>
      <vt:lpstr>Calibri</vt:lpstr>
      <vt:lpstr>1_Office 主题​​</vt:lpstr>
      <vt:lpstr>PowerPoint 演示文稿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演示文稿</dc:title>
  <dc:creator/>
  <cp:lastModifiedBy>苏 江</cp:lastModifiedBy>
  <cp:revision>3555</cp:revision>
  <dcterms:created xsi:type="dcterms:W3CDTF">2024-02-28T06:04:12Z</dcterms:created>
  <dcterms:modified xsi:type="dcterms:W3CDTF">2025-12-15T01:08:07Z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2052-5.1.1.7662</vt:lpwstr>
  </property>
  <property fmtid="{D5CDD505-2E9C-101B-9397-08002B2CF9AE}" pid="3" name="ICV">
    <vt:lpwstr>6759694785E39F64E1E7DB654A10AC8B</vt:lpwstr>
  </property>
</Properties>
</file>