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836</Words>
  <Application>Microsoft Office PowerPoint</Application>
  <DocSecurity>0</DocSecurity>
  <PresentationFormat>宽屏</PresentationFormat>
  <Paragraphs>189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3</cp:revision>
  <dcterms:created xsi:type="dcterms:W3CDTF">2026-08-13T12:27:10Z</dcterms:created>
  <dcterms:modified xsi:type="dcterms:W3CDTF">2026-08-15T11:22:18Z</dcterms:modified>
</cp:coreProperties>
</file>