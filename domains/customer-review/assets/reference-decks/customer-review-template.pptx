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rgbClr val="172A3A"/>
      </a:dk1>
      <a:lt1>
        <a:srgbClr val="FFFFFF"/>
      </a:lt1>
      <a:dk2>
        <a:srgbClr val="1F4E79"/>
      </a:dk2>
      <a:lt2>
        <a:srgbClr val="F4F5F2"/>
      </a:lt2>
      <a:accent1>
        <a:srgbClr val="1F4E79"/>
      </a:accent1>
      <a:accent2>
        <a:srgbClr val="C61720"/>
      </a:accent2>
      <a:accent3>
        <a:srgbClr val="2F6B4F"/>
      </a:accent3>
      <a:accent4>
        <a:srgbClr val="8A5B13"/>
      </a:accent4>
      <a:accent5>
        <a:srgbClr val="66747C"/>
      </a:accent5>
      <a:accent6>
        <a:srgbClr val="4B8BBE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